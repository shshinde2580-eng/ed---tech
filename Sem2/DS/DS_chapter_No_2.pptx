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61" r:id="rId3"/>
    <p:sldId id="260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43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18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93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016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14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85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071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23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2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87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9515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304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836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981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091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98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0E756-8AA1-4BFD-A2C8-A6EECB9626F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86A5C30-BBE1-43E8-BCF6-B8324D8FB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54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BDA6A-82DC-E76B-8E42-06CE82B02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Searching and Sorting </a:t>
            </a:r>
          </a:p>
        </p:txBody>
      </p:sp>
    </p:spTree>
    <p:extLst>
      <p:ext uri="{BB962C8B-B14F-4D97-AF65-F5344CB8AC3E}">
        <p14:creationId xmlns:p14="http://schemas.microsoft.com/office/powerpoint/2010/main" val="2694749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2834-D4DA-554B-4406-C42286DE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9976B7-DAAF-4252-1401-903A94A33860}"/>
              </a:ext>
            </a:extLst>
          </p:cNvPr>
          <p:cNvSpPr txBox="1"/>
          <p:nvPr/>
        </p:nvSpPr>
        <p:spPr>
          <a:xfrm>
            <a:off x="993912" y="302350"/>
            <a:ext cx="83786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2.1 Searching Linear Search, Binary Search , Hash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Linear Search: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searches for an element by checking each element in the list sequentially from beginning to 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on unsorted or unordered lists.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complexity is O(n), where n is the number of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to implement but slower for large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Returns the index of the element if found, otherwise -1.</a:t>
            </a:r>
          </a:p>
          <a:p>
            <a:endParaRPr lang="en-US" dirty="0"/>
          </a:p>
          <a:p>
            <a:r>
              <a:rPr lang="en-US" dirty="0"/>
              <a:t>2. Binary Search: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the array/list to be sorted.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compares the target value to the middle element of the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not found, it eliminates half the search space depending on comparison and repeats the process on the remaining half.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complexity is O(log n), much faster than linear search on large sorted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performs ordering comparisons and is more complex than linear 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54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EB76-24B1-67C9-ECB3-0181D0EE9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376E55-B7E4-F9A4-3341-8317E2974A81}"/>
              </a:ext>
            </a:extLst>
          </p:cNvPr>
          <p:cNvSpPr txBox="1"/>
          <p:nvPr/>
        </p:nvSpPr>
        <p:spPr>
          <a:xfrm>
            <a:off x="864704" y="110053"/>
            <a:ext cx="84383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Hash Search (Hashing):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a hash function to map keys to indexes in a hash table for direct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average-case constant time complexity O(1) for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Suitable for fast lookup without the need for sorted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collisions using methods like separate chaining or open addressing.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efficient than binary search in average cases but requires extra memory and careful collision handling.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7A330-D44A-5D72-F044-8CC913ABC126}"/>
              </a:ext>
            </a:extLst>
          </p:cNvPr>
          <p:cNvSpPr txBox="1"/>
          <p:nvPr/>
        </p:nvSpPr>
        <p:spPr>
          <a:xfrm>
            <a:off x="556591" y="2598939"/>
            <a:ext cx="87464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2.2 Sorting Bubble Sort Insertion Sort Selection Sort Merge Sort Quick S</a:t>
            </a:r>
          </a:p>
          <a:p>
            <a:endParaRPr lang="en-IN" b="1" dirty="0"/>
          </a:p>
          <a:p>
            <a:r>
              <a:rPr lang="en-US" b="1" dirty="0"/>
              <a:t>1. Bubble Sort: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Repeatedly compares adjacent elements and swaps them if they are in the wrong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Largest elements bubble to the end of the list after each pass.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complexity: Best case O(n), Average and Worst case O(n²).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Space complexity: O(1), in-place sorting.</a:t>
            </a:r>
          </a:p>
          <a:p>
            <a:endParaRPr lang="en-US" dirty="0"/>
          </a:p>
          <a:p>
            <a:r>
              <a:rPr lang="en-US" b="1" dirty="0"/>
              <a:t>2. Insertion Sort: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Builds the sorted array one element at a time by inserting each new element into its correct position relative to already sorted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Efficient for small or nearly sorted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complexity: Best case O(n), Average and Worst case O(n²).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Space complexity: O(1), in-place.</a:t>
            </a:r>
          </a:p>
        </p:txBody>
      </p:sp>
    </p:spTree>
    <p:extLst>
      <p:ext uri="{BB962C8B-B14F-4D97-AF65-F5344CB8AC3E}">
        <p14:creationId xmlns:p14="http://schemas.microsoft.com/office/powerpoint/2010/main" val="318085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7A35-3111-D62F-636A-9B5DF8B51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9820A0-AC0E-846F-4D9E-FD3099E4EC83}"/>
              </a:ext>
            </a:extLst>
          </p:cNvPr>
          <p:cNvSpPr txBox="1"/>
          <p:nvPr/>
        </p:nvSpPr>
        <p:spPr>
          <a:xfrm>
            <a:off x="805069" y="125828"/>
            <a:ext cx="906448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 startAt="3"/>
            </a:pPr>
            <a:r>
              <a:rPr lang="en-US" b="1" i="0" dirty="0">
                <a:effectLst/>
                <a:latin typeface="fkGroteskNeue"/>
              </a:rPr>
              <a:t>Selection Sort: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Divides the list into sorted and unsorted parts.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Repeatedly selects the smallest (or largest) element from unsorted and swaps it with the first unsorted element.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Time complexity: O(n²) in all cases.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Space complexity: O(1), in-place.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 startAt="4"/>
            </a:pPr>
            <a:r>
              <a:rPr lang="en-US" b="1" i="0" dirty="0">
                <a:effectLst/>
                <a:latin typeface="fkGroteskNeue"/>
              </a:rPr>
              <a:t>Merge Sort: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 divide and conquer algorithm that recursively splits the list into halves, sorts each half, and merges them back in order.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Stable sort.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Time complexity: O(n log n) for all cases.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Space complexity: O(n), requires extra space for merging.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 startAt="5"/>
            </a:pPr>
            <a:r>
              <a:rPr lang="en-US" b="1" i="0" dirty="0">
                <a:effectLst/>
                <a:latin typeface="fkGroteskNeue"/>
              </a:rPr>
              <a:t>Quick Sort: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Another divide and conquer algorithm.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Chooses a pivot, partitions the list so that elements less than pivot come before it, and greater elements after 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Recursively sorts the partitions.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Average time complexity: O(n log n), Worst case O(n²) (usually rare).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Space complexity: O(log n) due to recursion stack.</a:t>
            </a:r>
          </a:p>
        </p:txBody>
      </p:sp>
    </p:spTree>
    <p:extLst>
      <p:ext uri="{BB962C8B-B14F-4D97-AF65-F5344CB8AC3E}">
        <p14:creationId xmlns:p14="http://schemas.microsoft.com/office/powerpoint/2010/main" val="32124494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544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fkGroteskNeue</vt:lpstr>
      <vt:lpstr>Trebuchet MS</vt:lpstr>
      <vt:lpstr>Wingdings 3</vt:lpstr>
      <vt:lpstr>Facet</vt:lpstr>
      <vt:lpstr>Searching and Sorting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2025-11-04T02:14:03Z</dcterms:created>
  <dcterms:modified xsi:type="dcterms:W3CDTF">2025-11-04T02:22:55Z</dcterms:modified>
</cp:coreProperties>
</file>