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0C677-AC26-40F2-BF71-E84F45CFD35F}" v="101" dt="2025-09-30T17:22:18.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modSld">
      <pc:chgData name="shshinde2580@gmail.com" userId="86fdf0c531315612" providerId="LiveId" clId="{80EF1F59-5901-4077-BC9B-DA299863282D}" dt="2025-09-30T17:30:52.092" v="3539" actId="21"/>
      <pc:docMkLst>
        <pc:docMk/>
      </pc:docMkLst>
      <pc:sldChg chg="addSp delSp modSp mod">
        <pc:chgData name="shshinde2580@gmail.com" userId="86fdf0c531315612" providerId="LiveId" clId="{80EF1F59-5901-4077-BC9B-DA299863282D}" dt="2025-09-30T10:57:04.587" v="759" actId="1076"/>
        <pc:sldMkLst>
          <pc:docMk/>
          <pc:sldMk cId="1074609688" sldId="264"/>
        </pc:sldMkLst>
        <pc:spChg chg="del">
          <ac:chgData name="shshinde2580@gmail.com" userId="86fdf0c531315612" providerId="LiveId" clId="{80EF1F59-5901-4077-BC9B-DA299863282D}" dt="2025-09-30T10:43:57.411" v="0" actId="21"/>
          <ac:spMkLst>
            <pc:docMk/>
            <pc:sldMk cId="1074609688" sldId="264"/>
            <ac:spMk id="2" creationId="{9097A888-99BB-8445-04DE-51C24BC6FFF6}"/>
          </ac:spMkLst>
        </pc:spChg>
        <pc:spChg chg="del">
          <ac:chgData name="shshinde2580@gmail.com" userId="86fdf0c531315612" providerId="LiveId" clId="{80EF1F59-5901-4077-BC9B-DA299863282D}" dt="2025-09-30T10:44:00.728" v="1" actId="21"/>
          <ac:spMkLst>
            <pc:docMk/>
            <pc:sldMk cId="1074609688" sldId="264"/>
            <ac:spMk id="3" creationId="{2488BD62-226B-5F4D-AF39-405FCF02A1AB}"/>
          </ac:spMkLst>
        </pc:spChg>
        <pc:spChg chg="add mod">
          <ac:chgData name="shshinde2580@gmail.com" userId="86fdf0c531315612" providerId="LiveId" clId="{80EF1F59-5901-4077-BC9B-DA299863282D}" dt="2025-09-30T10:57:04.587" v="759" actId="1076"/>
          <ac:spMkLst>
            <pc:docMk/>
            <pc:sldMk cId="1074609688" sldId="264"/>
            <ac:spMk id="5" creationId="{5B81C635-4EBD-276E-1AF7-BC5D8673B71F}"/>
          </ac:spMkLst>
        </pc:spChg>
      </pc:sldChg>
      <pc:sldChg chg="addSp delSp modSp mod">
        <pc:chgData name="shshinde2580@gmail.com" userId="86fdf0c531315612" providerId="LiveId" clId="{80EF1F59-5901-4077-BC9B-DA299863282D}" dt="2025-09-30T11:24:28.057" v="1824" actId="1076"/>
        <pc:sldMkLst>
          <pc:docMk/>
          <pc:sldMk cId="172841071" sldId="265"/>
        </pc:sldMkLst>
        <pc:spChg chg="del">
          <ac:chgData name="shshinde2580@gmail.com" userId="86fdf0c531315612" providerId="LiveId" clId="{80EF1F59-5901-4077-BC9B-DA299863282D}" dt="2025-09-30T10:57:07.906" v="760" actId="21"/>
          <ac:spMkLst>
            <pc:docMk/>
            <pc:sldMk cId="172841071" sldId="265"/>
            <ac:spMk id="2" creationId="{B9E76428-BE4C-751C-C51B-0593CC0D5270}"/>
          </ac:spMkLst>
        </pc:spChg>
        <pc:spChg chg="del">
          <ac:chgData name="shshinde2580@gmail.com" userId="86fdf0c531315612" providerId="LiveId" clId="{80EF1F59-5901-4077-BC9B-DA299863282D}" dt="2025-09-30T10:57:14.536" v="761" actId="21"/>
          <ac:spMkLst>
            <pc:docMk/>
            <pc:sldMk cId="172841071" sldId="265"/>
            <ac:spMk id="3" creationId="{0FF42854-0BBE-49D4-A396-E74642B10A89}"/>
          </ac:spMkLst>
        </pc:spChg>
        <pc:spChg chg="add mod">
          <ac:chgData name="shshinde2580@gmail.com" userId="86fdf0c531315612" providerId="LiveId" clId="{80EF1F59-5901-4077-BC9B-DA299863282D}" dt="2025-09-30T11:05:12.958" v="1474" actId="115"/>
          <ac:spMkLst>
            <pc:docMk/>
            <pc:sldMk cId="172841071" sldId="265"/>
            <ac:spMk id="5" creationId="{1D9FADF4-72FB-FA6E-D815-82101B2425E5}"/>
          </ac:spMkLst>
        </pc:spChg>
        <pc:spChg chg="add del mod">
          <ac:chgData name="shshinde2580@gmail.com" userId="86fdf0c531315612" providerId="LiveId" clId="{80EF1F59-5901-4077-BC9B-DA299863282D}" dt="2025-09-30T11:20:55.114" v="1724" actId="21"/>
          <ac:spMkLst>
            <pc:docMk/>
            <pc:sldMk cId="172841071" sldId="265"/>
            <ac:spMk id="6" creationId="{F713D6F7-3363-88BE-AFB0-BB21688FF62F}"/>
          </ac:spMkLst>
        </pc:spChg>
        <pc:spChg chg="add mod">
          <ac:chgData name="shshinde2580@gmail.com" userId="86fdf0c531315612" providerId="LiveId" clId="{80EF1F59-5901-4077-BC9B-DA299863282D}" dt="2025-09-30T11:11:35.156" v="1520" actId="208"/>
          <ac:spMkLst>
            <pc:docMk/>
            <pc:sldMk cId="172841071" sldId="265"/>
            <ac:spMk id="7" creationId="{4E9B3987-6CEF-88B2-DDCF-9E2ACC5A5A6C}"/>
          </ac:spMkLst>
        </pc:spChg>
        <pc:spChg chg="add del mod">
          <ac:chgData name="shshinde2580@gmail.com" userId="86fdf0c531315612" providerId="LiveId" clId="{80EF1F59-5901-4077-BC9B-DA299863282D}" dt="2025-09-30T11:12:26.577" v="1539" actId="21"/>
          <ac:spMkLst>
            <pc:docMk/>
            <pc:sldMk cId="172841071" sldId="265"/>
            <ac:spMk id="13" creationId="{3677B22F-E7B6-FAE5-2897-CA6F17E752C1}"/>
          </ac:spMkLst>
        </pc:spChg>
        <pc:spChg chg="add del mod">
          <ac:chgData name="shshinde2580@gmail.com" userId="86fdf0c531315612" providerId="LiveId" clId="{80EF1F59-5901-4077-BC9B-DA299863282D}" dt="2025-09-30T11:12:24.811" v="1538" actId="21"/>
          <ac:spMkLst>
            <pc:docMk/>
            <pc:sldMk cId="172841071" sldId="265"/>
            <ac:spMk id="14" creationId="{F1819053-02EA-6781-5286-AA084525D37E}"/>
          </ac:spMkLst>
        </pc:spChg>
        <pc:spChg chg="add del mod">
          <ac:chgData name="shshinde2580@gmail.com" userId="86fdf0c531315612" providerId="LiveId" clId="{80EF1F59-5901-4077-BC9B-DA299863282D}" dt="2025-09-30T11:12:22.144" v="1537" actId="21"/>
          <ac:spMkLst>
            <pc:docMk/>
            <pc:sldMk cId="172841071" sldId="265"/>
            <ac:spMk id="15" creationId="{78C605D4-6628-6DFB-0923-9EDABECF9981}"/>
          </ac:spMkLst>
        </pc:spChg>
        <pc:spChg chg="add del mod">
          <ac:chgData name="shshinde2580@gmail.com" userId="86fdf0c531315612" providerId="LiveId" clId="{80EF1F59-5901-4077-BC9B-DA299863282D}" dt="2025-09-30T11:12:54.878" v="1548" actId="20577"/>
          <ac:spMkLst>
            <pc:docMk/>
            <pc:sldMk cId="172841071" sldId="265"/>
            <ac:spMk id="16" creationId="{06C5E940-5B8E-A109-6DBC-4B00B00C8E4D}"/>
          </ac:spMkLst>
        </pc:spChg>
        <pc:spChg chg="add mod">
          <ac:chgData name="shshinde2580@gmail.com" userId="86fdf0c531315612" providerId="LiveId" clId="{80EF1F59-5901-4077-BC9B-DA299863282D}" dt="2025-09-30T11:12:58.229" v="1555" actId="20577"/>
          <ac:spMkLst>
            <pc:docMk/>
            <pc:sldMk cId="172841071" sldId="265"/>
            <ac:spMk id="17" creationId="{41F30DDD-8A1C-C594-DE1E-2DD773D2B45C}"/>
          </ac:spMkLst>
        </pc:spChg>
        <pc:spChg chg="add mod">
          <ac:chgData name="shshinde2580@gmail.com" userId="86fdf0c531315612" providerId="LiveId" clId="{80EF1F59-5901-4077-BC9B-DA299863282D}" dt="2025-09-30T11:13:03.627" v="1569" actId="20577"/>
          <ac:spMkLst>
            <pc:docMk/>
            <pc:sldMk cId="172841071" sldId="265"/>
            <ac:spMk id="18" creationId="{9686B6FF-52CF-0F4B-8E61-8A1646788A07}"/>
          </ac:spMkLst>
        </pc:spChg>
        <pc:spChg chg="add mod">
          <ac:chgData name="shshinde2580@gmail.com" userId="86fdf0c531315612" providerId="LiveId" clId="{80EF1F59-5901-4077-BC9B-DA299863282D}" dt="2025-09-30T11:13:00.289" v="1562" actId="20577"/>
          <ac:spMkLst>
            <pc:docMk/>
            <pc:sldMk cId="172841071" sldId="265"/>
            <ac:spMk id="19" creationId="{D1BE435B-B7F3-0BA2-FE3F-119F4D1CDA25}"/>
          </ac:spMkLst>
        </pc:spChg>
        <pc:spChg chg="add mod">
          <ac:chgData name="shshinde2580@gmail.com" userId="86fdf0c531315612" providerId="LiveId" clId="{80EF1F59-5901-4077-BC9B-DA299863282D}" dt="2025-09-30T11:14:33.446" v="1605" actId="208"/>
          <ac:spMkLst>
            <pc:docMk/>
            <pc:sldMk cId="172841071" sldId="265"/>
            <ac:spMk id="20" creationId="{3677B22F-E7B6-FAE5-2897-CA6F17E752C1}"/>
          </ac:spMkLst>
        </pc:spChg>
        <pc:spChg chg="add del mod">
          <ac:chgData name="shshinde2580@gmail.com" userId="86fdf0c531315612" providerId="LiveId" clId="{80EF1F59-5901-4077-BC9B-DA299863282D}" dt="2025-09-30T11:14:59.459" v="1610" actId="21"/>
          <ac:spMkLst>
            <pc:docMk/>
            <pc:sldMk cId="172841071" sldId="265"/>
            <ac:spMk id="21" creationId="{2A76FD86-76DD-229F-1E62-8A070DD24865}"/>
          </ac:spMkLst>
        </pc:spChg>
        <pc:spChg chg="add del mod">
          <ac:chgData name="shshinde2580@gmail.com" userId="86fdf0c531315612" providerId="LiveId" clId="{80EF1F59-5901-4077-BC9B-DA299863282D}" dt="2025-09-30T11:17:06.351" v="1664" actId="21"/>
          <ac:spMkLst>
            <pc:docMk/>
            <pc:sldMk cId="172841071" sldId="265"/>
            <ac:spMk id="22" creationId="{03285D3A-EA7D-1A3B-5647-06092468E2CD}"/>
          </ac:spMkLst>
        </pc:spChg>
        <pc:spChg chg="add del mod">
          <ac:chgData name="shshinde2580@gmail.com" userId="86fdf0c531315612" providerId="LiveId" clId="{80EF1F59-5901-4077-BC9B-DA299863282D}" dt="2025-09-30T11:15:02.829" v="1611" actId="21"/>
          <ac:spMkLst>
            <pc:docMk/>
            <pc:sldMk cId="172841071" sldId="265"/>
            <ac:spMk id="23" creationId="{1CD8FDEA-A24D-29C7-AA50-EFE724E86E05}"/>
          </ac:spMkLst>
        </pc:spChg>
        <pc:spChg chg="add mod">
          <ac:chgData name="shshinde2580@gmail.com" userId="86fdf0c531315612" providerId="LiveId" clId="{80EF1F59-5901-4077-BC9B-DA299863282D}" dt="2025-09-30T11:14:40.390" v="1606" actId="208"/>
          <ac:spMkLst>
            <pc:docMk/>
            <pc:sldMk cId="172841071" sldId="265"/>
            <ac:spMk id="24" creationId="{E5E14BEB-1B3E-88C3-46E0-2092AA8FB265}"/>
          </ac:spMkLst>
        </pc:spChg>
        <pc:spChg chg="add mod">
          <ac:chgData name="shshinde2580@gmail.com" userId="86fdf0c531315612" providerId="LiveId" clId="{80EF1F59-5901-4077-BC9B-DA299863282D}" dt="2025-09-30T11:14:44.799" v="1607" actId="208"/>
          <ac:spMkLst>
            <pc:docMk/>
            <pc:sldMk cId="172841071" sldId="265"/>
            <ac:spMk id="25" creationId="{B906449C-4A5A-1E8A-44AA-EADBDF11F98F}"/>
          </ac:spMkLst>
        </pc:spChg>
        <pc:spChg chg="add mod">
          <ac:chgData name="shshinde2580@gmail.com" userId="86fdf0c531315612" providerId="LiveId" clId="{80EF1F59-5901-4077-BC9B-DA299863282D}" dt="2025-09-30T11:14:48.817" v="1608" actId="208"/>
          <ac:spMkLst>
            <pc:docMk/>
            <pc:sldMk cId="172841071" sldId="265"/>
            <ac:spMk id="26" creationId="{FEA91808-5588-5BEE-3E7B-F35D14669353}"/>
          </ac:spMkLst>
        </pc:spChg>
        <pc:spChg chg="add mod">
          <ac:chgData name="shshinde2580@gmail.com" userId="86fdf0c531315612" providerId="LiveId" clId="{80EF1F59-5901-4077-BC9B-DA299863282D}" dt="2025-09-30T11:16:19.029" v="1648" actId="1076"/>
          <ac:spMkLst>
            <pc:docMk/>
            <pc:sldMk cId="172841071" sldId="265"/>
            <ac:spMk id="32" creationId="{FC585015-3624-0F01-4709-4E4BBF909DB9}"/>
          </ac:spMkLst>
        </pc:spChg>
        <pc:spChg chg="add mod">
          <ac:chgData name="shshinde2580@gmail.com" userId="86fdf0c531315612" providerId="LiveId" clId="{80EF1F59-5901-4077-BC9B-DA299863282D}" dt="2025-09-30T11:16:54.080" v="1663" actId="1076"/>
          <ac:spMkLst>
            <pc:docMk/>
            <pc:sldMk cId="172841071" sldId="265"/>
            <ac:spMk id="33" creationId="{B4B35BE5-F092-EAB1-EAFB-85210A87C7AC}"/>
          </ac:spMkLst>
        </pc:spChg>
        <pc:spChg chg="add del mod">
          <ac:chgData name="shshinde2580@gmail.com" userId="86fdf0c531315612" providerId="LiveId" clId="{80EF1F59-5901-4077-BC9B-DA299863282D}" dt="2025-09-30T11:18:14.460" v="1681" actId="21"/>
          <ac:spMkLst>
            <pc:docMk/>
            <pc:sldMk cId="172841071" sldId="265"/>
            <ac:spMk id="34" creationId="{4CC68B05-6E75-AF39-A60D-81C65F7A9AE4}"/>
          </ac:spMkLst>
        </pc:spChg>
        <pc:spChg chg="add mod">
          <ac:chgData name="shshinde2580@gmail.com" userId="86fdf0c531315612" providerId="LiveId" clId="{80EF1F59-5901-4077-BC9B-DA299863282D}" dt="2025-09-30T11:17:26.048" v="1667"/>
          <ac:spMkLst>
            <pc:docMk/>
            <pc:sldMk cId="172841071" sldId="265"/>
            <ac:spMk id="35" creationId="{03285D3A-EA7D-1A3B-5647-06092468E2CD}"/>
          </ac:spMkLst>
        </pc:spChg>
        <pc:spChg chg="add mod">
          <ac:chgData name="shshinde2580@gmail.com" userId="86fdf0c531315612" providerId="LiveId" clId="{80EF1F59-5901-4077-BC9B-DA299863282D}" dt="2025-09-30T11:23:31.298" v="1812" actId="1076"/>
          <ac:spMkLst>
            <pc:docMk/>
            <pc:sldMk cId="172841071" sldId="265"/>
            <ac:spMk id="36" creationId="{876A4723-A794-BCBE-8BBE-7E91249599CC}"/>
          </ac:spMkLst>
        </pc:spChg>
        <pc:spChg chg="add mod">
          <ac:chgData name="shshinde2580@gmail.com" userId="86fdf0c531315612" providerId="LiveId" clId="{80EF1F59-5901-4077-BC9B-DA299863282D}" dt="2025-09-30T11:23:25.324" v="1810" actId="1076"/>
          <ac:spMkLst>
            <pc:docMk/>
            <pc:sldMk cId="172841071" sldId="265"/>
            <ac:spMk id="37" creationId="{60F43291-6128-5E4B-2C77-31B5191FA8F9}"/>
          </ac:spMkLst>
        </pc:spChg>
        <pc:spChg chg="add mod">
          <ac:chgData name="shshinde2580@gmail.com" userId="86fdf0c531315612" providerId="LiveId" clId="{80EF1F59-5901-4077-BC9B-DA299863282D}" dt="2025-09-30T11:21:27.601" v="1741" actId="1076"/>
          <ac:spMkLst>
            <pc:docMk/>
            <pc:sldMk cId="172841071" sldId="265"/>
            <ac:spMk id="59" creationId="{B1AE76D8-B375-55A9-EBB6-E2A4454A5E6F}"/>
          </ac:spMkLst>
        </pc:spChg>
        <pc:spChg chg="add mod">
          <ac:chgData name="shshinde2580@gmail.com" userId="86fdf0c531315612" providerId="LiveId" clId="{80EF1F59-5901-4077-BC9B-DA299863282D}" dt="2025-09-30T11:24:25.087" v="1823" actId="1076"/>
          <ac:spMkLst>
            <pc:docMk/>
            <pc:sldMk cId="172841071" sldId="265"/>
            <ac:spMk id="60" creationId="{F090F2C0-BC01-24DA-3C86-B512C8AAAE78}"/>
          </ac:spMkLst>
        </pc:spChg>
        <pc:spChg chg="add mod">
          <ac:chgData name="shshinde2580@gmail.com" userId="86fdf0c531315612" providerId="LiveId" clId="{80EF1F59-5901-4077-BC9B-DA299863282D}" dt="2025-09-30T11:23:19.017" v="1809" actId="208"/>
          <ac:spMkLst>
            <pc:docMk/>
            <pc:sldMk cId="172841071" sldId="265"/>
            <ac:spMk id="61" creationId="{A4CE1EB9-0EB3-4AB8-FA2C-D840B2B1F632}"/>
          </ac:spMkLst>
        </pc:spChg>
        <pc:spChg chg="add mod">
          <ac:chgData name="shshinde2580@gmail.com" userId="86fdf0c531315612" providerId="LiveId" clId="{80EF1F59-5901-4077-BC9B-DA299863282D}" dt="2025-09-30T11:23:08.776" v="1808" actId="208"/>
          <ac:spMkLst>
            <pc:docMk/>
            <pc:sldMk cId="172841071" sldId="265"/>
            <ac:spMk id="62" creationId="{73991806-4DEE-07FB-0A24-B75288ECF4B3}"/>
          </ac:spMkLst>
        </pc:spChg>
        <pc:cxnChg chg="add mod">
          <ac:chgData name="shshinde2580@gmail.com" userId="86fdf0c531315612" providerId="LiveId" clId="{80EF1F59-5901-4077-BC9B-DA299863282D}" dt="2025-09-30T11:11:30.967" v="1519" actId="13822"/>
          <ac:cxnSpMkLst>
            <pc:docMk/>
            <pc:sldMk cId="172841071" sldId="265"/>
            <ac:cxnSpMk id="9" creationId="{B705E48F-4DC2-0DB8-FB2D-AE9FE086136B}"/>
          </ac:cxnSpMkLst>
        </pc:cxnChg>
        <pc:cxnChg chg="add mod">
          <ac:chgData name="shshinde2580@gmail.com" userId="86fdf0c531315612" providerId="LiveId" clId="{80EF1F59-5901-4077-BC9B-DA299863282D}" dt="2025-09-30T11:15:34.128" v="1618" actId="1076"/>
          <ac:cxnSpMkLst>
            <pc:docMk/>
            <pc:sldMk cId="172841071" sldId="265"/>
            <ac:cxnSpMk id="28" creationId="{AF9A4AD8-0390-FF48-84F1-E8AD3154034B}"/>
          </ac:cxnSpMkLst>
        </pc:cxnChg>
        <pc:cxnChg chg="add mod">
          <ac:chgData name="shshinde2580@gmail.com" userId="86fdf0c531315612" providerId="LiveId" clId="{80EF1F59-5901-4077-BC9B-DA299863282D}" dt="2025-09-30T11:20:36.007" v="1720" actId="14100"/>
          <ac:cxnSpMkLst>
            <pc:docMk/>
            <pc:sldMk cId="172841071" sldId="265"/>
            <ac:cxnSpMk id="39" creationId="{4285562E-4833-0F7A-81E3-E9938CAF6245}"/>
          </ac:cxnSpMkLst>
        </pc:cxnChg>
        <pc:cxnChg chg="add mod">
          <ac:chgData name="shshinde2580@gmail.com" userId="86fdf0c531315612" providerId="LiveId" clId="{80EF1F59-5901-4077-BC9B-DA299863282D}" dt="2025-09-30T11:23:57.552" v="1817" actId="1076"/>
          <ac:cxnSpMkLst>
            <pc:docMk/>
            <pc:sldMk cId="172841071" sldId="265"/>
            <ac:cxnSpMk id="41" creationId="{D3B3CB61-2A7E-572A-4A13-F7EF6C513860}"/>
          </ac:cxnSpMkLst>
        </pc:cxnChg>
        <pc:cxnChg chg="add mod">
          <ac:chgData name="shshinde2580@gmail.com" userId="86fdf0c531315612" providerId="LiveId" clId="{80EF1F59-5901-4077-BC9B-DA299863282D}" dt="2025-09-30T11:23:34.197" v="1813" actId="14100"/>
          <ac:cxnSpMkLst>
            <pc:docMk/>
            <pc:sldMk cId="172841071" sldId="265"/>
            <ac:cxnSpMk id="42" creationId="{F1ED3792-635D-B7EC-524F-E808DD09A0C2}"/>
          </ac:cxnSpMkLst>
        </pc:cxnChg>
        <pc:cxnChg chg="add mod">
          <ac:chgData name="shshinde2580@gmail.com" userId="86fdf0c531315612" providerId="LiveId" clId="{80EF1F59-5901-4077-BC9B-DA299863282D}" dt="2025-09-30T11:20:41.239" v="1722" actId="1076"/>
          <ac:cxnSpMkLst>
            <pc:docMk/>
            <pc:sldMk cId="172841071" sldId="265"/>
            <ac:cxnSpMk id="43" creationId="{F11D8425-DE4B-E171-9157-CF338A858034}"/>
          </ac:cxnSpMkLst>
        </pc:cxnChg>
        <pc:cxnChg chg="add mod">
          <ac:chgData name="shshinde2580@gmail.com" userId="86fdf0c531315612" providerId="LiveId" clId="{80EF1F59-5901-4077-BC9B-DA299863282D}" dt="2025-09-30T11:23:03.916" v="1807" actId="13822"/>
          <ac:cxnSpMkLst>
            <pc:docMk/>
            <pc:sldMk cId="172841071" sldId="265"/>
            <ac:cxnSpMk id="64" creationId="{18BF12B1-DA4E-25F2-6F7B-C5AEE7C7B93D}"/>
          </ac:cxnSpMkLst>
        </pc:cxnChg>
        <pc:cxnChg chg="add mod">
          <ac:chgData name="shshinde2580@gmail.com" userId="86fdf0c531315612" providerId="LiveId" clId="{80EF1F59-5901-4077-BC9B-DA299863282D}" dt="2025-09-30T11:24:28.057" v="1824" actId="1076"/>
          <ac:cxnSpMkLst>
            <pc:docMk/>
            <pc:sldMk cId="172841071" sldId="265"/>
            <ac:cxnSpMk id="68" creationId="{48005B91-23C4-3F52-61E9-02942F9CA321}"/>
          </ac:cxnSpMkLst>
        </pc:cxnChg>
      </pc:sldChg>
      <pc:sldChg chg="addSp delSp modSp mod">
        <pc:chgData name="shshinde2580@gmail.com" userId="86fdf0c531315612" providerId="LiveId" clId="{80EF1F59-5901-4077-BC9B-DA299863282D}" dt="2025-09-30T11:29:27.474" v="1869" actId="14100"/>
        <pc:sldMkLst>
          <pc:docMk/>
          <pc:sldMk cId="2554552111" sldId="266"/>
        </pc:sldMkLst>
        <pc:spChg chg="del">
          <ac:chgData name="shshinde2580@gmail.com" userId="86fdf0c531315612" providerId="LiveId" clId="{80EF1F59-5901-4077-BC9B-DA299863282D}" dt="2025-09-30T11:24:58.316" v="1825" actId="21"/>
          <ac:spMkLst>
            <pc:docMk/>
            <pc:sldMk cId="2554552111" sldId="266"/>
            <ac:spMk id="2" creationId="{7367C675-00E0-6A29-319E-5BDB09EE7E2B}"/>
          </ac:spMkLst>
        </pc:spChg>
        <pc:spChg chg="del">
          <ac:chgData name="shshinde2580@gmail.com" userId="86fdf0c531315612" providerId="LiveId" clId="{80EF1F59-5901-4077-BC9B-DA299863282D}" dt="2025-09-30T11:25:00.902" v="1826" actId="21"/>
          <ac:spMkLst>
            <pc:docMk/>
            <pc:sldMk cId="2554552111" sldId="266"/>
            <ac:spMk id="3" creationId="{E99DEF1F-CD92-3120-7AC8-1CFCCD493E6A}"/>
          </ac:spMkLst>
        </pc:spChg>
        <pc:spChg chg="add mod">
          <ac:chgData name="shshinde2580@gmail.com" userId="86fdf0c531315612" providerId="LiveId" clId="{80EF1F59-5901-4077-BC9B-DA299863282D}" dt="2025-09-30T11:27:11.157" v="1853" actId="20577"/>
          <ac:spMkLst>
            <pc:docMk/>
            <pc:sldMk cId="2554552111" sldId="266"/>
            <ac:spMk id="5" creationId="{F2A2827B-6610-1754-3FAB-9DA96ADD90AB}"/>
          </ac:spMkLst>
        </pc:spChg>
        <pc:picChg chg="add mod modCrop">
          <ac:chgData name="shshinde2580@gmail.com" userId="86fdf0c531315612" providerId="LiveId" clId="{80EF1F59-5901-4077-BC9B-DA299863282D}" dt="2025-09-30T11:29:27.474" v="1869" actId="14100"/>
          <ac:picMkLst>
            <pc:docMk/>
            <pc:sldMk cId="2554552111" sldId="266"/>
            <ac:picMk id="6" creationId="{C02EB782-1D29-2154-97EF-44C4302E8CDA}"/>
          </ac:picMkLst>
        </pc:picChg>
      </pc:sldChg>
      <pc:sldChg chg="addSp delSp modSp mod">
        <pc:chgData name="shshinde2580@gmail.com" userId="86fdf0c531315612" providerId="LiveId" clId="{80EF1F59-5901-4077-BC9B-DA299863282D}" dt="2025-09-30T16:35:56.891" v="1995" actId="20577"/>
        <pc:sldMkLst>
          <pc:docMk/>
          <pc:sldMk cId="175722804" sldId="267"/>
        </pc:sldMkLst>
        <pc:spChg chg="del">
          <ac:chgData name="shshinde2580@gmail.com" userId="86fdf0c531315612" providerId="LiveId" clId="{80EF1F59-5901-4077-BC9B-DA299863282D}" dt="2025-09-30T11:29:46.884" v="1870" actId="21"/>
          <ac:spMkLst>
            <pc:docMk/>
            <pc:sldMk cId="175722804" sldId="267"/>
            <ac:spMk id="2" creationId="{3AFE14F9-551A-4F9F-5C22-40DDC0995BA9}"/>
          </ac:spMkLst>
        </pc:spChg>
        <pc:spChg chg="add mod">
          <ac:chgData name="shshinde2580@gmail.com" userId="86fdf0c531315612" providerId="LiveId" clId="{80EF1F59-5901-4077-BC9B-DA299863282D}" dt="2025-09-30T16:31:00.556" v="1902" actId="20577"/>
          <ac:spMkLst>
            <pc:docMk/>
            <pc:sldMk cId="175722804" sldId="267"/>
            <ac:spMk id="3" creationId="{61B0E584-F73E-7318-2896-B4859A147F25}"/>
          </ac:spMkLst>
        </pc:spChg>
        <pc:spChg chg="del">
          <ac:chgData name="shshinde2580@gmail.com" userId="86fdf0c531315612" providerId="LiveId" clId="{80EF1F59-5901-4077-BC9B-DA299863282D}" dt="2025-09-30T11:29:49.581" v="1871" actId="21"/>
          <ac:spMkLst>
            <pc:docMk/>
            <pc:sldMk cId="175722804" sldId="267"/>
            <ac:spMk id="3" creationId="{DF7CA828-A5BA-05AB-2E55-5BEDE624AA33}"/>
          </ac:spMkLst>
        </pc:spChg>
        <pc:spChg chg="add mod">
          <ac:chgData name="shshinde2580@gmail.com" userId="86fdf0c531315612" providerId="LiveId" clId="{80EF1F59-5901-4077-BC9B-DA299863282D}" dt="2025-09-30T16:34:04.584" v="1961" actId="14100"/>
          <ac:spMkLst>
            <pc:docMk/>
            <pc:sldMk cId="175722804" sldId="267"/>
            <ac:spMk id="4" creationId="{AA32CC33-3CE5-6AF6-661C-EAADD7ADECD4}"/>
          </ac:spMkLst>
        </pc:spChg>
        <pc:spChg chg="add mod">
          <ac:chgData name="shshinde2580@gmail.com" userId="86fdf0c531315612" providerId="LiveId" clId="{80EF1F59-5901-4077-BC9B-DA299863282D}" dt="2025-09-30T16:34:07.298" v="1962" actId="14100"/>
          <ac:spMkLst>
            <pc:docMk/>
            <pc:sldMk cId="175722804" sldId="267"/>
            <ac:spMk id="5" creationId="{F293E5F8-B8AA-412E-1EC7-9CAB768DD7F2}"/>
          </ac:spMkLst>
        </pc:spChg>
        <pc:spChg chg="add mod">
          <ac:chgData name="shshinde2580@gmail.com" userId="86fdf0c531315612" providerId="LiveId" clId="{80EF1F59-5901-4077-BC9B-DA299863282D}" dt="2025-09-30T16:34:09.951" v="1963" actId="14100"/>
          <ac:spMkLst>
            <pc:docMk/>
            <pc:sldMk cId="175722804" sldId="267"/>
            <ac:spMk id="6" creationId="{50295AA7-5621-6987-7E11-E71CABD13E97}"/>
          </ac:spMkLst>
        </pc:spChg>
        <pc:spChg chg="add mod">
          <ac:chgData name="shshinde2580@gmail.com" userId="86fdf0c531315612" providerId="LiveId" clId="{80EF1F59-5901-4077-BC9B-DA299863282D}" dt="2025-09-30T16:34:12.380" v="1964" actId="14100"/>
          <ac:spMkLst>
            <pc:docMk/>
            <pc:sldMk cId="175722804" sldId="267"/>
            <ac:spMk id="7" creationId="{C31D155C-4A2A-E592-3EC1-F8F51F7831CD}"/>
          </ac:spMkLst>
        </pc:spChg>
        <pc:spChg chg="add mod">
          <ac:chgData name="shshinde2580@gmail.com" userId="86fdf0c531315612" providerId="LiveId" clId="{80EF1F59-5901-4077-BC9B-DA299863282D}" dt="2025-09-30T16:35:20.395" v="1980" actId="208"/>
          <ac:spMkLst>
            <pc:docMk/>
            <pc:sldMk cId="175722804" sldId="267"/>
            <ac:spMk id="19" creationId="{D6034F3B-C674-B715-45AB-B9008B09413E}"/>
          </ac:spMkLst>
        </pc:spChg>
        <pc:spChg chg="add mod">
          <ac:chgData name="shshinde2580@gmail.com" userId="86fdf0c531315612" providerId="LiveId" clId="{80EF1F59-5901-4077-BC9B-DA299863282D}" dt="2025-09-30T16:35:56.891" v="1995" actId="20577"/>
          <ac:spMkLst>
            <pc:docMk/>
            <pc:sldMk cId="175722804" sldId="267"/>
            <ac:spMk id="20" creationId="{B8A427F5-BF6E-6C9A-D166-8535344C3684}"/>
          </ac:spMkLst>
        </pc:spChg>
        <pc:spChg chg="add mod">
          <ac:chgData name="shshinde2580@gmail.com" userId="86fdf0c531315612" providerId="LiveId" clId="{80EF1F59-5901-4077-BC9B-DA299863282D}" dt="2025-09-30T16:35:47.007" v="1990" actId="20577"/>
          <ac:spMkLst>
            <pc:docMk/>
            <pc:sldMk cId="175722804" sldId="267"/>
            <ac:spMk id="21" creationId="{7AA62808-E104-C8FD-6664-BFF1C0A2347F}"/>
          </ac:spMkLst>
        </pc:spChg>
        <pc:spChg chg="add mod">
          <ac:chgData name="shshinde2580@gmail.com" userId="86fdf0c531315612" providerId="LiveId" clId="{80EF1F59-5901-4077-BC9B-DA299863282D}" dt="2025-09-30T16:35:51.822" v="1993" actId="20577"/>
          <ac:spMkLst>
            <pc:docMk/>
            <pc:sldMk cId="175722804" sldId="267"/>
            <ac:spMk id="22" creationId="{68904F57-367C-9C85-7504-AFE36FB93FA0}"/>
          </ac:spMkLst>
        </pc:spChg>
        <pc:cxnChg chg="add mod">
          <ac:chgData name="shshinde2580@gmail.com" userId="86fdf0c531315612" providerId="LiveId" clId="{80EF1F59-5901-4077-BC9B-DA299863282D}" dt="2025-09-30T16:33:48.500" v="1954" actId="13822"/>
          <ac:cxnSpMkLst>
            <pc:docMk/>
            <pc:sldMk cId="175722804" sldId="267"/>
            <ac:cxnSpMk id="9" creationId="{FA3B8D81-81C6-A828-6EE8-3CA2D1731945}"/>
          </ac:cxnSpMkLst>
        </pc:cxnChg>
        <pc:cxnChg chg="add mod">
          <ac:chgData name="shshinde2580@gmail.com" userId="86fdf0c531315612" providerId="LiveId" clId="{80EF1F59-5901-4077-BC9B-DA299863282D}" dt="2025-09-30T16:34:01.081" v="1960" actId="1076"/>
          <ac:cxnSpMkLst>
            <pc:docMk/>
            <pc:sldMk cId="175722804" sldId="267"/>
            <ac:cxnSpMk id="10" creationId="{FC18AD73-903A-EC7B-C3CC-473C504C7476}"/>
          </ac:cxnSpMkLst>
        </pc:cxnChg>
        <pc:cxnChg chg="add mod">
          <ac:chgData name="shshinde2580@gmail.com" userId="86fdf0c531315612" providerId="LiveId" clId="{80EF1F59-5901-4077-BC9B-DA299863282D}" dt="2025-09-30T16:33:57.740" v="1959" actId="1076"/>
          <ac:cxnSpMkLst>
            <pc:docMk/>
            <pc:sldMk cId="175722804" sldId="267"/>
            <ac:cxnSpMk id="11" creationId="{552010EE-A27A-97D2-0B11-D87F11C3447A}"/>
          </ac:cxnSpMkLst>
        </pc:cxnChg>
        <pc:cxnChg chg="add mod">
          <ac:chgData name="shshinde2580@gmail.com" userId="86fdf0c531315612" providerId="LiveId" clId="{80EF1F59-5901-4077-BC9B-DA299863282D}" dt="2025-09-30T16:33:54.619" v="1958" actId="1076"/>
          <ac:cxnSpMkLst>
            <pc:docMk/>
            <pc:sldMk cId="175722804" sldId="267"/>
            <ac:cxnSpMk id="12" creationId="{0E291614-27EB-070C-9E55-6B9C383AEAAD}"/>
          </ac:cxnSpMkLst>
        </pc:cxnChg>
        <pc:cxnChg chg="add mod">
          <ac:chgData name="shshinde2580@gmail.com" userId="86fdf0c531315612" providerId="LiveId" clId="{80EF1F59-5901-4077-BC9B-DA299863282D}" dt="2025-09-30T16:34:29.431" v="1966" actId="13822"/>
          <ac:cxnSpMkLst>
            <pc:docMk/>
            <pc:sldMk cId="175722804" sldId="267"/>
            <ac:cxnSpMk id="14" creationId="{3254C1AF-CF92-C293-3369-BF3FA49BA951}"/>
          </ac:cxnSpMkLst>
        </pc:cxnChg>
        <pc:cxnChg chg="add del mod">
          <ac:chgData name="shshinde2580@gmail.com" userId="86fdf0c531315612" providerId="LiveId" clId="{80EF1F59-5901-4077-BC9B-DA299863282D}" dt="2025-09-30T16:34:49.962" v="1974" actId="21"/>
          <ac:cxnSpMkLst>
            <pc:docMk/>
            <pc:sldMk cId="175722804" sldId="267"/>
            <ac:cxnSpMk id="15" creationId="{5B51D742-5EF6-F37B-8022-165808E3F379}"/>
          </ac:cxnSpMkLst>
        </pc:cxnChg>
        <pc:cxnChg chg="add mod">
          <ac:chgData name="shshinde2580@gmail.com" userId="86fdf0c531315612" providerId="LiveId" clId="{80EF1F59-5901-4077-BC9B-DA299863282D}" dt="2025-09-30T16:34:43.523" v="1972" actId="1076"/>
          <ac:cxnSpMkLst>
            <pc:docMk/>
            <pc:sldMk cId="175722804" sldId="267"/>
            <ac:cxnSpMk id="16" creationId="{E8F923F3-C785-E3A6-EACF-18168CCCE0D3}"/>
          </ac:cxnSpMkLst>
        </pc:cxnChg>
        <pc:cxnChg chg="add mod">
          <ac:chgData name="shshinde2580@gmail.com" userId="86fdf0c531315612" providerId="LiveId" clId="{80EF1F59-5901-4077-BC9B-DA299863282D}" dt="2025-09-30T16:34:41.498" v="1971" actId="14100"/>
          <ac:cxnSpMkLst>
            <pc:docMk/>
            <pc:sldMk cId="175722804" sldId="267"/>
            <ac:cxnSpMk id="17" creationId="{CB6B6B4B-209D-8C8B-3E81-5F4663B7C712}"/>
          </ac:cxnSpMkLst>
        </pc:cxnChg>
      </pc:sldChg>
      <pc:sldChg chg="addSp delSp modSp mod">
        <pc:chgData name="shshinde2580@gmail.com" userId="86fdf0c531315612" providerId="LiveId" clId="{80EF1F59-5901-4077-BC9B-DA299863282D}" dt="2025-09-30T16:43:24.987" v="2095" actId="1076"/>
        <pc:sldMkLst>
          <pc:docMk/>
          <pc:sldMk cId="672617399" sldId="268"/>
        </pc:sldMkLst>
        <pc:spChg chg="del">
          <ac:chgData name="shshinde2580@gmail.com" userId="86fdf0c531315612" providerId="LiveId" clId="{80EF1F59-5901-4077-BC9B-DA299863282D}" dt="2025-09-30T16:36:29.150" v="1996" actId="21"/>
          <ac:spMkLst>
            <pc:docMk/>
            <pc:sldMk cId="672617399" sldId="268"/>
            <ac:spMk id="2" creationId="{318D34BA-CD0E-A336-7D03-7C9004F60D13}"/>
          </ac:spMkLst>
        </pc:spChg>
        <pc:spChg chg="del">
          <ac:chgData name="shshinde2580@gmail.com" userId="86fdf0c531315612" providerId="LiveId" clId="{80EF1F59-5901-4077-BC9B-DA299863282D}" dt="2025-09-30T16:36:31.559" v="1997" actId="21"/>
          <ac:spMkLst>
            <pc:docMk/>
            <pc:sldMk cId="672617399" sldId="268"/>
            <ac:spMk id="3" creationId="{FAB1C627-2D43-6E3C-6C36-25FC58AD943A}"/>
          </ac:spMkLst>
        </pc:spChg>
        <pc:spChg chg="add mod">
          <ac:chgData name="shshinde2580@gmail.com" userId="86fdf0c531315612" providerId="LiveId" clId="{80EF1F59-5901-4077-BC9B-DA299863282D}" dt="2025-09-30T16:36:32.769" v="1998"/>
          <ac:spMkLst>
            <pc:docMk/>
            <pc:sldMk cId="672617399" sldId="268"/>
            <ac:spMk id="4" creationId="{FAB1C627-2D43-6E3C-6C36-25FC58AD943A}"/>
          </ac:spMkLst>
        </pc:spChg>
        <pc:spChg chg="add mod">
          <ac:chgData name="shshinde2580@gmail.com" userId="86fdf0c531315612" providerId="LiveId" clId="{80EF1F59-5901-4077-BC9B-DA299863282D}" dt="2025-09-30T16:41:22.372" v="2080" actId="1076"/>
          <ac:spMkLst>
            <pc:docMk/>
            <pc:sldMk cId="672617399" sldId="268"/>
            <ac:spMk id="6" creationId="{AD6B846F-130D-0DDF-75F2-F737A77BDCF1}"/>
          </ac:spMkLst>
        </pc:spChg>
        <pc:spChg chg="add mod">
          <ac:chgData name="shshinde2580@gmail.com" userId="86fdf0c531315612" providerId="LiveId" clId="{80EF1F59-5901-4077-BC9B-DA299863282D}" dt="2025-09-30T16:41:26.820" v="2081" actId="1076"/>
          <ac:spMkLst>
            <pc:docMk/>
            <pc:sldMk cId="672617399" sldId="268"/>
            <ac:spMk id="8" creationId="{982596FD-F71A-BE5E-D2A3-12A2687B1DD1}"/>
          </ac:spMkLst>
        </pc:spChg>
        <pc:spChg chg="add mod">
          <ac:chgData name="shshinde2580@gmail.com" userId="86fdf0c531315612" providerId="LiveId" clId="{80EF1F59-5901-4077-BC9B-DA299863282D}" dt="2025-09-30T16:43:24.987" v="2095" actId="1076"/>
          <ac:spMkLst>
            <pc:docMk/>
            <pc:sldMk cId="672617399" sldId="268"/>
            <ac:spMk id="10" creationId="{CFAA997B-526B-A055-18CC-FB97D3A9BEE3}"/>
          </ac:spMkLst>
        </pc:spChg>
      </pc:sldChg>
      <pc:sldChg chg="addSp delSp modSp mod">
        <pc:chgData name="shshinde2580@gmail.com" userId="86fdf0c531315612" providerId="LiveId" clId="{80EF1F59-5901-4077-BC9B-DA299863282D}" dt="2025-09-30T16:49:58.973" v="2184" actId="20577"/>
        <pc:sldMkLst>
          <pc:docMk/>
          <pc:sldMk cId="1875288879" sldId="269"/>
        </pc:sldMkLst>
        <pc:spChg chg="del">
          <ac:chgData name="shshinde2580@gmail.com" userId="86fdf0c531315612" providerId="LiveId" clId="{80EF1F59-5901-4077-BC9B-DA299863282D}" dt="2025-09-30T16:43:06.596" v="2093" actId="21"/>
          <ac:spMkLst>
            <pc:docMk/>
            <pc:sldMk cId="1875288879" sldId="269"/>
            <ac:spMk id="2" creationId="{7162C473-C8C7-420E-B2D4-7C7B16B79D79}"/>
          </ac:spMkLst>
        </pc:spChg>
        <pc:spChg chg="del">
          <ac:chgData name="shshinde2580@gmail.com" userId="86fdf0c531315612" providerId="LiveId" clId="{80EF1F59-5901-4077-BC9B-DA299863282D}" dt="2025-09-30T16:43:11.252" v="2094" actId="21"/>
          <ac:spMkLst>
            <pc:docMk/>
            <pc:sldMk cId="1875288879" sldId="269"/>
            <ac:spMk id="3" creationId="{E4B26AE3-91F7-3C25-0B4F-BA5467BE52C2}"/>
          </ac:spMkLst>
        </pc:spChg>
        <pc:spChg chg="add mod">
          <ac:chgData name="shshinde2580@gmail.com" userId="86fdf0c531315612" providerId="LiveId" clId="{80EF1F59-5901-4077-BC9B-DA299863282D}" dt="2025-09-30T16:48:15.245" v="2153" actId="1076"/>
          <ac:spMkLst>
            <pc:docMk/>
            <pc:sldMk cId="1875288879" sldId="269"/>
            <ac:spMk id="5" creationId="{7AB5189A-BBA6-1F36-1B6C-0B42C79B2D48}"/>
          </ac:spMkLst>
        </pc:spChg>
        <pc:spChg chg="add mod">
          <ac:chgData name="shshinde2580@gmail.com" userId="86fdf0c531315612" providerId="LiveId" clId="{80EF1F59-5901-4077-BC9B-DA299863282D}" dt="2025-09-30T16:49:58.973" v="2184" actId="20577"/>
          <ac:spMkLst>
            <pc:docMk/>
            <pc:sldMk cId="1875288879" sldId="269"/>
            <ac:spMk id="7" creationId="{47987CC6-8FE8-65C5-5082-B77067BC8999}"/>
          </ac:spMkLst>
        </pc:spChg>
        <pc:picChg chg="add mod">
          <ac:chgData name="shshinde2580@gmail.com" userId="86fdf0c531315612" providerId="LiveId" clId="{80EF1F59-5901-4077-BC9B-DA299863282D}" dt="2025-09-30T16:48:12.802" v="2152" actId="14100"/>
          <ac:picMkLst>
            <pc:docMk/>
            <pc:sldMk cId="1875288879" sldId="269"/>
            <ac:picMk id="1026" creationId="{EEE66DA7-5DC2-D091-31A1-D059AE856BFC}"/>
          </ac:picMkLst>
        </pc:picChg>
      </pc:sldChg>
      <pc:sldChg chg="addSp delSp modSp mod">
        <pc:chgData name="shshinde2580@gmail.com" userId="86fdf0c531315612" providerId="LiveId" clId="{80EF1F59-5901-4077-BC9B-DA299863282D}" dt="2025-09-30T17:08:05.203" v="2512" actId="13822"/>
        <pc:sldMkLst>
          <pc:docMk/>
          <pc:sldMk cId="2440139671" sldId="270"/>
        </pc:sldMkLst>
        <pc:spChg chg="del">
          <ac:chgData name="shshinde2580@gmail.com" userId="86fdf0c531315612" providerId="LiveId" clId="{80EF1F59-5901-4077-BC9B-DA299863282D}" dt="2025-09-30T16:50:10.457" v="2185" actId="21"/>
          <ac:spMkLst>
            <pc:docMk/>
            <pc:sldMk cId="2440139671" sldId="270"/>
            <ac:spMk id="2" creationId="{A5E68B0A-84C1-320C-B7D6-9419B66AAAF3}"/>
          </ac:spMkLst>
        </pc:spChg>
        <pc:spChg chg="del">
          <ac:chgData name="shshinde2580@gmail.com" userId="86fdf0c531315612" providerId="LiveId" clId="{80EF1F59-5901-4077-BC9B-DA299863282D}" dt="2025-09-30T16:50:13.302" v="2186" actId="21"/>
          <ac:spMkLst>
            <pc:docMk/>
            <pc:sldMk cId="2440139671" sldId="270"/>
            <ac:spMk id="3" creationId="{BB04B1CE-AA71-708B-5283-FC32DB18C259}"/>
          </ac:spMkLst>
        </pc:spChg>
        <pc:spChg chg="add mod">
          <ac:chgData name="shshinde2580@gmail.com" userId="86fdf0c531315612" providerId="LiveId" clId="{80EF1F59-5901-4077-BC9B-DA299863282D}" dt="2025-09-30T17:07:42.683" v="2509" actId="1076"/>
          <ac:spMkLst>
            <pc:docMk/>
            <pc:sldMk cId="2440139671" sldId="270"/>
            <ac:spMk id="5" creationId="{79D796B8-4805-701D-B050-549860E3230A}"/>
          </ac:spMkLst>
        </pc:spChg>
        <pc:spChg chg="add del mod">
          <ac:chgData name="shshinde2580@gmail.com" userId="86fdf0c531315612" providerId="LiveId" clId="{80EF1F59-5901-4077-BC9B-DA299863282D}" dt="2025-09-30T17:01:04.382" v="2357" actId="1076"/>
          <ac:spMkLst>
            <pc:docMk/>
            <pc:sldMk cId="2440139671" sldId="270"/>
            <ac:spMk id="18" creationId="{CBB00862-16D9-C61A-4606-DF2FFC94FF38}"/>
          </ac:spMkLst>
        </pc:spChg>
        <pc:spChg chg="add del mod">
          <ac:chgData name="shshinde2580@gmail.com" userId="86fdf0c531315612" providerId="LiveId" clId="{80EF1F59-5901-4077-BC9B-DA299863282D}" dt="2025-09-30T17:00:58.192" v="2355" actId="1076"/>
          <ac:spMkLst>
            <pc:docMk/>
            <pc:sldMk cId="2440139671" sldId="270"/>
            <ac:spMk id="20" creationId="{60590828-CCAD-ACAD-9393-4679397988D4}"/>
          </ac:spMkLst>
        </pc:spChg>
        <pc:spChg chg="add mod">
          <ac:chgData name="shshinde2580@gmail.com" userId="86fdf0c531315612" providerId="LiveId" clId="{80EF1F59-5901-4077-BC9B-DA299863282D}" dt="2025-09-30T17:01:33.109" v="2380" actId="1076"/>
          <ac:spMkLst>
            <pc:docMk/>
            <pc:sldMk cId="2440139671" sldId="270"/>
            <ac:spMk id="22" creationId="{6F6AA411-3C04-50A6-E5D6-56DA9E0030BB}"/>
          </ac:spMkLst>
        </pc:spChg>
        <pc:spChg chg="add mod">
          <ac:chgData name="shshinde2580@gmail.com" userId="86fdf0c531315612" providerId="LiveId" clId="{80EF1F59-5901-4077-BC9B-DA299863282D}" dt="2025-09-30T17:06:12.805" v="2483" actId="1076"/>
          <ac:spMkLst>
            <pc:docMk/>
            <pc:sldMk cId="2440139671" sldId="270"/>
            <ac:spMk id="26" creationId="{886CF2D0-5B67-4C4C-9ADB-56E13CDCE1C8}"/>
          </ac:spMkLst>
        </pc:spChg>
        <pc:spChg chg="add mod">
          <ac:chgData name="shshinde2580@gmail.com" userId="86fdf0c531315612" providerId="LiveId" clId="{80EF1F59-5901-4077-BC9B-DA299863282D}" dt="2025-09-30T17:07:49.157" v="2510" actId="1076"/>
          <ac:spMkLst>
            <pc:docMk/>
            <pc:sldMk cId="2440139671" sldId="270"/>
            <ac:spMk id="27" creationId="{EFC05A76-D264-B99D-E95D-706A18ABABF2}"/>
          </ac:spMkLst>
        </pc:spChg>
        <pc:graphicFrameChg chg="add mod modGraphic">
          <ac:chgData name="shshinde2580@gmail.com" userId="86fdf0c531315612" providerId="LiveId" clId="{80EF1F59-5901-4077-BC9B-DA299863282D}" dt="2025-09-30T17:00:21.476" v="2345" actId="1076"/>
          <ac:graphicFrameMkLst>
            <pc:docMk/>
            <pc:sldMk cId="2440139671" sldId="270"/>
            <ac:graphicFrameMk id="6" creationId="{E4F33147-A417-020D-8DF4-5377235FA25A}"/>
          </ac:graphicFrameMkLst>
        </pc:graphicFrameChg>
        <pc:graphicFrameChg chg="add mod modGraphic">
          <ac:chgData name="shshinde2580@gmail.com" userId="86fdf0c531315612" providerId="LiveId" clId="{80EF1F59-5901-4077-BC9B-DA299863282D}" dt="2025-09-30T17:05:07.271" v="2465" actId="1076"/>
          <ac:graphicFrameMkLst>
            <pc:docMk/>
            <pc:sldMk cId="2440139671" sldId="270"/>
            <ac:graphicFrameMk id="23" creationId="{BC21EF1C-4095-A592-8549-698324017BA6}"/>
          </ac:graphicFrameMkLst>
        </pc:graphicFrameChg>
        <pc:cxnChg chg="add mod">
          <ac:chgData name="shshinde2580@gmail.com" userId="86fdf0c531315612" providerId="LiveId" clId="{80EF1F59-5901-4077-BC9B-DA299863282D}" dt="2025-09-30T17:00:40.277" v="2351" actId="1076"/>
          <ac:cxnSpMkLst>
            <pc:docMk/>
            <pc:sldMk cId="2440139671" sldId="270"/>
            <ac:cxnSpMk id="8" creationId="{72F709C0-22AB-175A-E324-6396791E34DA}"/>
          </ac:cxnSpMkLst>
        </pc:cxnChg>
        <pc:cxnChg chg="add mod">
          <ac:chgData name="shshinde2580@gmail.com" userId="86fdf0c531315612" providerId="LiveId" clId="{80EF1F59-5901-4077-BC9B-DA299863282D}" dt="2025-09-30T17:00:52.466" v="2354" actId="14100"/>
          <ac:cxnSpMkLst>
            <pc:docMk/>
            <pc:sldMk cId="2440139671" sldId="270"/>
            <ac:cxnSpMk id="9" creationId="{8D01AB7B-506E-F685-0A0F-44058D4BE296}"/>
          </ac:cxnSpMkLst>
        </pc:cxnChg>
        <pc:cxnChg chg="add del mod">
          <ac:chgData name="shshinde2580@gmail.com" userId="86fdf0c531315612" providerId="LiveId" clId="{80EF1F59-5901-4077-BC9B-DA299863282D}" dt="2025-09-30T16:58:28.812" v="2307" actId="21"/>
          <ac:cxnSpMkLst>
            <pc:docMk/>
            <pc:sldMk cId="2440139671" sldId="270"/>
            <ac:cxnSpMk id="10" creationId="{5655FEAC-22FD-4925-44FE-14B1CB371EB2}"/>
          </ac:cxnSpMkLst>
        </pc:cxnChg>
        <pc:cxnChg chg="add mod">
          <ac:chgData name="shshinde2580@gmail.com" userId="86fdf0c531315612" providerId="LiveId" clId="{80EF1F59-5901-4077-BC9B-DA299863282D}" dt="2025-09-30T17:00:36.239" v="2350" actId="1076"/>
          <ac:cxnSpMkLst>
            <pc:docMk/>
            <pc:sldMk cId="2440139671" sldId="270"/>
            <ac:cxnSpMk id="11" creationId="{16052118-28DD-5C54-96F6-5972CF66A048}"/>
          </ac:cxnSpMkLst>
        </pc:cxnChg>
        <pc:cxnChg chg="add mod">
          <ac:chgData name="shshinde2580@gmail.com" userId="86fdf0c531315612" providerId="LiveId" clId="{80EF1F59-5901-4077-BC9B-DA299863282D}" dt="2025-09-30T17:00:42.818" v="2352" actId="1076"/>
          <ac:cxnSpMkLst>
            <pc:docMk/>
            <pc:sldMk cId="2440139671" sldId="270"/>
            <ac:cxnSpMk id="12" creationId="{24673B0A-5DC7-4211-67E0-1F11C1198D8A}"/>
          </ac:cxnSpMkLst>
        </pc:cxnChg>
        <pc:cxnChg chg="add mod">
          <ac:chgData name="shshinde2580@gmail.com" userId="86fdf0c531315612" providerId="LiveId" clId="{80EF1F59-5901-4077-BC9B-DA299863282D}" dt="2025-09-30T17:00:33.998" v="2349" actId="1076"/>
          <ac:cxnSpMkLst>
            <pc:docMk/>
            <pc:sldMk cId="2440139671" sldId="270"/>
            <ac:cxnSpMk id="13" creationId="{C7E81947-6855-C61B-7576-517103C65B15}"/>
          </ac:cxnSpMkLst>
        </pc:cxnChg>
        <pc:cxnChg chg="add mod">
          <ac:chgData name="shshinde2580@gmail.com" userId="86fdf0c531315612" providerId="LiveId" clId="{80EF1F59-5901-4077-BC9B-DA299863282D}" dt="2025-09-30T17:00:30.858" v="2348" actId="1076"/>
          <ac:cxnSpMkLst>
            <pc:docMk/>
            <pc:sldMk cId="2440139671" sldId="270"/>
            <ac:cxnSpMk id="14" creationId="{23404AAB-F3B4-57F4-65C0-91BDDA34FB5B}"/>
          </ac:cxnSpMkLst>
        </pc:cxnChg>
        <pc:cxnChg chg="add del mod">
          <ac:chgData name="shshinde2580@gmail.com" userId="86fdf0c531315612" providerId="LiveId" clId="{80EF1F59-5901-4077-BC9B-DA299863282D}" dt="2025-09-30T16:58:36.769" v="2310" actId="21"/>
          <ac:cxnSpMkLst>
            <pc:docMk/>
            <pc:sldMk cId="2440139671" sldId="270"/>
            <ac:cxnSpMk id="19" creationId="{5655FEAC-22FD-4925-44FE-14B1CB371EB2}"/>
          </ac:cxnSpMkLst>
        </pc:cxnChg>
        <pc:cxnChg chg="add mod">
          <ac:chgData name="shshinde2580@gmail.com" userId="86fdf0c531315612" providerId="LiveId" clId="{80EF1F59-5901-4077-BC9B-DA299863282D}" dt="2025-09-30T17:05:30.208" v="2467" actId="13822"/>
          <ac:cxnSpMkLst>
            <pc:docMk/>
            <pc:sldMk cId="2440139671" sldId="270"/>
            <ac:cxnSpMk id="25" creationId="{D58C3482-ED91-67F8-937F-BE764E3CE35D}"/>
          </ac:cxnSpMkLst>
        </pc:cxnChg>
        <pc:cxnChg chg="add mod">
          <ac:chgData name="shshinde2580@gmail.com" userId="86fdf0c531315612" providerId="LiveId" clId="{80EF1F59-5901-4077-BC9B-DA299863282D}" dt="2025-09-30T17:08:05.203" v="2512" actId="13822"/>
          <ac:cxnSpMkLst>
            <pc:docMk/>
            <pc:sldMk cId="2440139671" sldId="270"/>
            <ac:cxnSpMk id="29" creationId="{F8C328DE-B455-D6E2-47F8-AFCA926C5759}"/>
          </ac:cxnSpMkLst>
        </pc:cxnChg>
      </pc:sldChg>
      <pc:sldChg chg="addSp delSp modSp mod">
        <pc:chgData name="shshinde2580@gmail.com" userId="86fdf0c531315612" providerId="LiveId" clId="{80EF1F59-5901-4077-BC9B-DA299863282D}" dt="2025-09-30T17:18:39.812" v="2725" actId="20577"/>
        <pc:sldMkLst>
          <pc:docMk/>
          <pc:sldMk cId="1872757292" sldId="271"/>
        </pc:sldMkLst>
        <pc:spChg chg="del">
          <ac:chgData name="shshinde2580@gmail.com" userId="86fdf0c531315612" providerId="LiveId" clId="{80EF1F59-5901-4077-BC9B-DA299863282D}" dt="2025-09-30T17:08:18.414" v="2513" actId="21"/>
          <ac:spMkLst>
            <pc:docMk/>
            <pc:sldMk cId="1872757292" sldId="271"/>
            <ac:spMk id="2" creationId="{E95945C6-FC83-0EBE-9650-FC38363221E0}"/>
          </ac:spMkLst>
        </pc:spChg>
        <pc:spChg chg="del">
          <ac:chgData name="shshinde2580@gmail.com" userId="86fdf0c531315612" providerId="LiveId" clId="{80EF1F59-5901-4077-BC9B-DA299863282D}" dt="2025-09-30T17:08:21.035" v="2514" actId="21"/>
          <ac:spMkLst>
            <pc:docMk/>
            <pc:sldMk cId="1872757292" sldId="271"/>
            <ac:spMk id="3" creationId="{8334EEBF-0277-CBDC-D26A-D3A967455DF7}"/>
          </ac:spMkLst>
        </pc:spChg>
        <pc:spChg chg="add mod">
          <ac:chgData name="shshinde2580@gmail.com" userId="86fdf0c531315612" providerId="LiveId" clId="{80EF1F59-5901-4077-BC9B-DA299863282D}" dt="2025-09-30T17:10:18.397" v="2537" actId="20577"/>
          <ac:spMkLst>
            <pc:docMk/>
            <pc:sldMk cId="1872757292" sldId="271"/>
            <ac:spMk id="5" creationId="{049D76DB-4D4E-9F37-5FD0-C75C90CF0757}"/>
          </ac:spMkLst>
        </pc:spChg>
        <pc:spChg chg="add mod">
          <ac:chgData name="shshinde2580@gmail.com" userId="86fdf0c531315612" providerId="LiveId" clId="{80EF1F59-5901-4077-BC9B-DA299863282D}" dt="2025-09-30T17:11:09.919" v="2551" actId="14100"/>
          <ac:spMkLst>
            <pc:docMk/>
            <pc:sldMk cId="1872757292" sldId="271"/>
            <ac:spMk id="6" creationId="{6CF95475-45BD-2317-DED1-861E35430768}"/>
          </ac:spMkLst>
        </pc:spChg>
        <pc:spChg chg="add mod">
          <ac:chgData name="shshinde2580@gmail.com" userId="86fdf0c531315612" providerId="LiveId" clId="{80EF1F59-5901-4077-BC9B-DA299863282D}" dt="2025-09-30T17:12:01.998" v="2576" actId="14100"/>
          <ac:spMkLst>
            <pc:docMk/>
            <pc:sldMk cId="1872757292" sldId="271"/>
            <ac:spMk id="7" creationId="{048D0933-3DAC-C9DC-9192-80F8F8729B34}"/>
          </ac:spMkLst>
        </pc:spChg>
        <pc:spChg chg="add mod">
          <ac:chgData name="shshinde2580@gmail.com" userId="86fdf0c531315612" providerId="LiveId" clId="{80EF1F59-5901-4077-BC9B-DA299863282D}" dt="2025-09-30T17:13:06.555" v="2615" actId="1076"/>
          <ac:spMkLst>
            <pc:docMk/>
            <pc:sldMk cId="1872757292" sldId="271"/>
            <ac:spMk id="8" creationId="{169768DA-6A72-01FE-1C92-08B6A0AD373F}"/>
          </ac:spMkLst>
        </pc:spChg>
        <pc:spChg chg="add mod">
          <ac:chgData name="shshinde2580@gmail.com" userId="86fdf0c531315612" providerId="LiveId" clId="{80EF1F59-5901-4077-BC9B-DA299863282D}" dt="2025-09-30T17:14:07.847" v="2631" actId="1076"/>
          <ac:spMkLst>
            <pc:docMk/>
            <pc:sldMk cId="1872757292" sldId="271"/>
            <ac:spMk id="9" creationId="{0DBAD7E4-BACE-F6DB-4275-0418F2F5D126}"/>
          </ac:spMkLst>
        </pc:spChg>
        <pc:spChg chg="add del mod">
          <ac:chgData name="shshinde2580@gmail.com" userId="86fdf0c531315612" providerId="LiveId" clId="{80EF1F59-5901-4077-BC9B-DA299863282D}" dt="2025-09-30T17:14:11.564" v="2632" actId="1076"/>
          <ac:spMkLst>
            <pc:docMk/>
            <pc:sldMk cId="1872757292" sldId="271"/>
            <ac:spMk id="10" creationId="{5C39C3B8-1ABF-B491-39A8-269E74D09F3D}"/>
          </ac:spMkLst>
        </pc:spChg>
        <pc:spChg chg="add mod">
          <ac:chgData name="shshinde2580@gmail.com" userId="86fdf0c531315612" providerId="LiveId" clId="{80EF1F59-5901-4077-BC9B-DA299863282D}" dt="2025-09-30T17:14:33.625" v="2637" actId="208"/>
          <ac:spMkLst>
            <pc:docMk/>
            <pc:sldMk cId="1872757292" sldId="271"/>
            <ac:spMk id="17" creationId="{10A40970-C385-4425-DCBE-59C7C3AB9900}"/>
          </ac:spMkLst>
        </pc:spChg>
        <pc:spChg chg="add mod">
          <ac:chgData name="shshinde2580@gmail.com" userId="86fdf0c531315612" providerId="LiveId" clId="{80EF1F59-5901-4077-BC9B-DA299863282D}" dt="2025-09-30T17:14:38.203" v="2638"/>
          <ac:spMkLst>
            <pc:docMk/>
            <pc:sldMk cId="1872757292" sldId="271"/>
            <ac:spMk id="18" creationId="{B433489D-5CA2-1B84-A312-9CE2B016018F}"/>
          </ac:spMkLst>
        </pc:spChg>
        <pc:spChg chg="add mod">
          <ac:chgData name="shshinde2580@gmail.com" userId="86fdf0c531315612" providerId="LiveId" clId="{80EF1F59-5901-4077-BC9B-DA299863282D}" dt="2025-09-30T17:14:38.606" v="2639"/>
          <ac:spMkLst>
            <pc:docMk/>
            <pc:sldMk cId="1872757292" sldId="271"/>
            <ac:spMk id="19" creationId="{077DEFC3-DDDF-50DD-2C2A-B59DB0C042D6}"/>
          </ac:spMkLst>
        </pc:spChg>
        <pc:spChg chg="add mod">
          <ac:chgData name="shshinde2580@gmail.com" userId="86fdf0c531315612" providerId="LiveId" clId="{80EF1F59-5901-4077-BC9B-DA299863282D}" dt="2025-09-30T17:14:39.129" v="2640"/>
          <ac:spMkLst>
            <pc:docMk/>
            <pc:sldMk cId="1872757292" sldId="271"/>
            <ac:spMk id="20" creationId="{680710FB-F26A-78F2-47DA-79D3CF069526}"/>
          </ac:spMkLst>
        </pc:spChg>
        <pc:spChg chg="add mod">
          <ac:chgData name="shshinde2580@gmail.com" userId="86fdf0c531315612" providerId="LiveId" clId="{80EF1F59-5901-4077-BC9B-DA299863282D}" dt="2025-09-30T17:14:46.824" v="2645" actId="1076"/>
          <ac:spMkLst>
            <pc:docMk/>
            <pc:sldMk cId="1872757292" sldId="271"/>
            <ac:spMk id="21" creationId="{9C98B9C5-C3F8-AE38-7736-A4BFFA6A740B}"/>
          </ac:spMkLst>
        </pc:spChg>
        <pc:spChg chg="add mod">
          <ac:chgData name="shshinde2580@gmail.com" userId="86fdf0c531315612" providerId="LiveId" clId="{80EF1F59-5901-4077-BC9B-DA299863282D}" dt="2025-09-30T17:15:19.542" v="2655" actId="1076"/>
          <ac:spMkLst>
            <pc:docMk/>
            <pc:sldMk cId="1872757292" sldId="271"/>
            <ac:spMk id="22" creationId="{AE3662A0-9718-C5E3-F19A-748E9265BA9E}"/>
          </ac:spMkLst>
        </pc:spChg>
        <pc:spChg chg="add mod">
          <ac:chgData name="shshinde2580@gmail.com" userId="86fdf0c531315612" providerId="LiveId" clId="{80EF1F59-5901-4077-BC9B-DA299863282D}" dt="2025-09-30T17:15:14.280" v="2654" actId="1076"/>
          <ac:spMkLst>
            <pc:docMk/>
            <pc:sldMk cId="1872757292" sldId="271"/>
            <ac:spMk id="23" creationId="{63057E0F-1E22-47BA-48CB-868788DEA5A0}"/>
          </ac:spMkLst>
        </pc:spChg>
        <pc:spChg chg="add mod">
          <ac:chgData name="shshinde2580@gmail.com" userId="86fdf0c531315612" providerId="LiveId" clId="{80EF1F59-5901-4077-BC9B-DA299863282D}" dt="2025-09-30T17:15:01.429" v="2651" actId="1076"/>
          <ac:spMkLst>
            <pc:docMk/>
            <pc:sldMk cId="1872757292" sldId="271"/>
            <ac:spMk id="24" creationId="{1742FED0-71F9-71D0-8EC4-DD4E2E8127D9}"/>
          </ac:spMkLst>
        </pc:spChg>
        <pc:spChg chg="add mod">
          <ac:chgData name="shshinde2580@gmail.com" userId="86fdf0c531315612" providerId="LiveId" clId="{80EF1F59-5901-4077-BC9B-DA299863282D}" dt="2025-09-30T17:14:56.589" v="2650" actId="1076"/>
          <ac:spMkLst>
            <pc:docMk/>
            <pc:sldMk cId="1872757292" sldId="271"/>
            <ac:spMk id="25" creationId="{EEE43AC4-D530-A114-D27F-F564F61F3C41}"/>
          </ac:spMkLst>
        </pc:spChg>
        <pc:spChg chg="add mod">
          <ac:chgData name="shshinde2580@gmail.com" userId="86fdf0c531315612" providerId="LiveId" clId="{80EF1F59-5901-4077-BC9B-DA299863282D}" dt="2025-09-30T17:17:32.600" v="2673" actId="208"/>
          <ac:spMkLst>
            <pc:docMk/>
            <pc:sldMk cId="1872757292" sldId="271"/>
            <ac:spMk id="26" creationId="{A18EA25E-1E36-9749-C47E-1901A4EFE749}"/>
          </ac:spMkLst>
        </pc:spChg>
        <pc:spChg chg="add mod">
          <ac:chgData name="shshinde2580@gmail.com" userId="86fdf0c531315612" providerId="LiveId" clId="{80EF1F59-5901-4077-BC9B-DA299863282D}" dt="2025-09-30T17:18:02.853" v="2688" actId="20577"/>
          <ac:spMkLst>
            <pc:docMk/>
            <pc:sldMk cId="1872757292" sldId="271"/>
            <ac:spMk id="27" creationId="{E3AD1925-4C2A-5405-829A-079F8BEEDB3B}"/>
          </ac:spMkLst>
        </pc:spChg>
        <pc:spChg chg="add mod">
          <ac:chgData name="shshinde2580@gmail.com" userId="86fdf0c531315612" providerId="LiveId" clId="{80EF1F59-5901-4077-BC9B-DA299863282D}" dt="2025-09-30T17:18:39.812" v="2725" actId="20577"/>
          <ac:spMkLst>
            <pc:docMk/>
            <pc:sldMk cId="1872757292" sldId="271"/>
            <ac:spMk id="28" creationId="{CBB8420B-0ED6-BF08-72BC-E271A7DDB29A}"/>
          </ac:spMkLst>
        </pc:spChg>
        <pc:spChg chg="add del mod">
          <ac:chgData name="shshinde2580@gmail.com" userId="86fdf0c531315612" providerId="LiveId" clId="{80EF1F59-5901-4077-BC9B-DA299863282D}" dt="2025-09-30T17:18:10.146" v="2689" actId="21"/>
          <ac:spMkLst>
            <pc:docMk/>
            <pc:sldMk cId="1872757292" sldId="271"/>
            <ac:spMk id="29" creationId="{2C40A688-85A3-25BA-3CDB-D98EB3B346CC}"/>
          </ac:spMkLst>
        </pc:spChg>
        <pc:spChg chg="add del mod">
          <ac:chgData name="shshinde2580@gmail.com" userId="86fdf0c531315612" providerId="LiveId" clId="{80EF1F59-5901-4077-BC9B-DA299863282D}" dt="2025-09-30T17:18:19.011" v="2690" actId="21"/>
          <ac:spMkLst>
            <pc:docMk/>
            <pc:sldMk cId="1872757292" sldId="271"/>
            <ac:spMk id="30" creationId="{E7E12254-4DD9-A555-7090-940219925F02}"/>
          </ac:spMkLst>
        </pc:spChg>
        <pc:cxnChg chg="add mod">
          <ac:chgData name="shshinde2580@gmail.com" userId="86fdf0c531315612" providerId="LiveId" clId="{80EF1F59-5901-4077-BC9B-DA299863282D}" dt="2025-09-30T17:13:29.436" v="2620" actId="13822"/>
          <ac:cxnSpMkLst>
            <pc:docMk/>
            <pc:sldMk cId="1872757292" sldId="271"/>
            <ac:cxnSpMk id="12" creationId="{8BEFC622-7F4E-2388-617B-7C0BCF8AFF4A}"/>
          </ac:cxnSpMkLst>
        </pc:cxnChg>
        <pc:cxnChg chg="add mod">
          <ac:chgData name="shshinde2580@gmail.com" userId="86fdf0c531315612" providerId="LiveId" clId="{80EF1F59-5901-4077-BC9B-DA299863282D}" dt="2025-09-30T17:13:47.460" v="2628" actId="1076"/>
          <ac:cxnSpMkLst>
            <pc:docMk/>
            <pc:sldMk cId="1872757292" sldId="271"/>
            <ac:cxnSpMk id="13" creationId="{ABD0E840-B56C-818A-F5BE-583C01854305}"/>
          </ac:cxnSpMkLst>
        </pc:cxnChg>
        <pc:cxnChg chg="add mod">
          <ac:chgData name="shshinde2580@gmail.com" userId="86fdf0c531315612" providerId="LiveId" clId="{80EF1F59-5901-4077-BC9B-DA299863282D}" dt="2025-09-30T17:13:44.532" v="2627" actId="1076"/>
          <ac:cxnSpMkLst>
            <pc:docMk/>
            <pc:sldMk cId="1872757292" sldId="271"/>
            <ac:cxnSpMk id="14" creationId="{41D6852F-FEA2-494A-75D8-23514938262F}"/>
          </ac:cxnSpMkLst>
        </pc:cxnChg>
        <pc:cxnChg chg="add mod">
          <ac:chgData name="shshinde2580@gmail.com" userId="86fdf0c531315612" providerId="LiveId" clId="{80EF1F59-5901-4077-BC9B-DA299863282D}" dt="2025-09-30T17:13:42.163" v="2626" actId="1076"/>
          <ac:cxnSpMkLst>
            <pc:docMk/>
            <pc:sldMk cId="1872757292" sldId="271"/>
            <ac:cxnSpMk id="15" creationId="{5FC2BA82-0213-F8F3-965F-E2B6AF07033D}"/>
          </ac:cxnSpMkLst>
        </pc:cxnChg>
        <pc:cxnChg chg="add mod">
          <ac:chgData name="shshinde2580@gmail.com" userId="86fdf0c531315612" providerId="LiveId" clId="{80EF1F59-5901-4077-BC9B-DA299863282D}" dt="2025-09-30T17:13:37.369" v="2625" actId="1076"/>
          <ac:cxnSpMkLst>
            <pc:docMk/>
            <pc:sldMk cId="1872757292" sldId="271"/>
            <ac:cxnSpMk id="16" creationId="{C185AE23-6E1C-1CE6-2E73-194E83425BA9}"/>
          </ac:cxnSpMkLst>
        </pc:cxnChg>
      </pc:sldChg>
      <pc:sldChg chg="addSp delSp modSp mod">
        <pc:chgData name="shshinde2580@gmail.com" userId="86fdf0c531315612" providerId="LiveId" clId="{80EF1F59-5901-4077-BC9B-DA299863282D}" dt="2025-09-30T17:30:34.344" v="3535" actId="5793"/>
        <pc:sldMkLst>
          <pc:docMk/>
          <pc:sldMk cId="1080485391" sldId="272"/>
        </pc:sldMkLst>
        <pc:spChg chg="del">
          <ac:chgData name="shshinde2580@gmail.com" userId="86fdf0c531315612" providerId="LiveId" clId="{80EF1F59-5901-4077-BC9B-DA299863282D}" dt="2025-09-30T17:18:47.446" v="2726" actId="21"/>
          <ac:spMkLst>
            <pc:docMk/>
            <pc:sldMk cId="1080485391" sldId="272"/>
            <ac:spMk id="2" creationId="{6B01F7F3-5E62-51B5-FA6B-AC1C867C3318}"/>
          </ac:spMkLst>
        </pc:spChg>
        <pc:spChg chg="del">
          <ac:chgData name="shshinde2580@gmail.com" userId="86fdf0c531315612" providerId="LiveId" clId="{80EF1F59-5901-4077-BC9B-DA299863282D}" dt="2025-09-30T17:18:50.140" v="2727" actId="21"/>
          <ac:spMkLst>
            <pc:docMk/>
            <pc:sldMk cId="1080485391" sldId="272"/>
            <ac:spMk id="3" creationId="{DF6444AF-1D1F-5BDA-43BA-DDC15CDE582F}"/>
          </ac:spMkLst>
        </pc:spChg>
        <pc:spChg chg="add mod">
          <ac:chgData name="shshinde2580@gmail.com" userId="86fdf0c531315612" providerId="LiveId" clId="{80EF1F59-5901-4077-BC9B-DA299863282D}" dt="2025-09-30T17:30:34.344" v="3535" actId="5793"/>
          <ac:spMkLst>
            <pc:docMk/>
            <pc:sldMk cId="1080485391" sldId="272"/>
            <ac:spMk id="4" creationId="{B0C72DB2-0E37-350B-5B3E-177C92221BE0}"/>
          </ac:spMkLst>
        </pc:spChg>
      </pc:sldChg>
      <pc:sldChg chg="delSp modSp mod">
        <pc:chgData name="shshinde2580@gmail.com" userId="86fdf0c531315612" providerId="LiveId" clId="{80EF1F59-5901-4077-BC9B-DA299863282D}" dt="2025-09-30T17:30:52.092" v="3539" actId="21"/>
        <pc:sldMkLst>
          <pc:docMk/>
          <pc:sldMk cId="1448388793" sldId="273"/>
        </pc:sldMkLst>
        <pc:spChg chg="del">
          <ac:chgData name="shshinde2580@gmail.com" userId="86fdf0c531315612" providerId="LiveId" clId="{80EF1F59-5901-4077-BC9B-DA299863282D}" dt="2025-09-30T17:30:48.462" v="3536" actId="21"/>
          <ac:spMkLst>
            <pc:docMk/>
            <pc:sldMk cId="1448388793" sldId="273"/>
            <ac:spMk id="2" creationId="{2C383F6A-500F-9730-8CCF-496ED5CAB042}"/>
          </ac:spMkLst>
        </pc:spChg>
        <pc:spChg chg="del mod">
          <ac:chgData name="shshinde2580@gmail.com" userId="86fdf0c531315612" providerId="LiveId" clId="{80EF1F59-5901-4077-BC9B-DA299863282D}" dt="2025-09-30T17:30:52.092" v="3539" actId="21"/>
          <ac:spMkLst>
            <pc:docMk/>
            <pc:sldMk cId="1448388793" sldId="273"/>
            <ac:spMk id="3" creationId="{F2161446-47FF-7C81-CDB2-9C74548392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A64FC-C5E1-4BD9-956A-0EB9ED8BCBF4}" type="datetimeFigureOut">
              <a:rPr lang="en-IN" smtClean="0"/>
              <a:t>30-09-2025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21673-EE13-4231-B83C-99D0D4BAE598}" type="slidenum">
              <a:rPr lang="en-IN" smtClean="0"/>
              <a:t>‹#›</a:t>
            </a:fld>
            <a:endParaRPr lang="en-IN"/>
          </a:p>
        </p:txBody>
      </p:sp>
    </p:spTree>
    <p:extLst>
      <p:ext uri="{BB962C8B-B14F-4D97-AF65-F5344CB8AC3E}">
        <p14:creationId xmlns:p14="http://schemas.microsoft.com/office/powerpoint/2010/main" val="236571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021673-EE13-4231-B83C-99D0D4BAE598}" type="slidenum">
              <a:rPr lang="en-IN" smtClean="0"/>
              <a:t>14</a:t>
            </a:fld>
            <a:endParaRPr lang="en-IN"/>
          </a:p>
        </p:txBody>
      </p:sp>
    </p:spTree>
    <p:extLst>
      <p:ext uri="{BB962C8B-B14F-4D97-AF65-F5344CB8AC3E}">
        <p14:creationId xmlns:p14="http://schemas.microsoft.com/office/powerpoint/2010/main" val="342330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345096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80437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426388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F7D6FA-5232-40E6-8A95-F44EC401B865}"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572643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F7D6FA-5232-40E6-8A95-F44EC401B865}" type="datetimeFigureOut">
              <a:rPr lang="en-IN" smtClean="0"/>
              <a:t>30-09-2025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767900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F7D6FA-5232-40E6-8A95-F44EC401B865}"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559683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F7D6FA-5232-40E6-8A95-F44EC401B865}" type="datetimeFigureOut">
              <a:rPr lang="en-IN" smtClean="0"/>
              <a:t>30-09-2025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838915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F7D6FA-5232-40E6-8A95-F44EC401B865}"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975231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F7D6FA-5232-40E6-8A95-F44EC401B865}"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1982626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3761877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92606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1403542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01585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1502219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1907449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F7D6FA-5232-40E6-8A95-F44EC401B865}"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257BB-6630-45DD-B5BB-A3DE831FB569}" type="slidenum">
              <a:rPr lang="en-IN" smtClean="0"/>
              <a:t>‹#›</a:t>
            </a:fld>
            <a:endParaRPr lang="en-IN"/>
          </a:p>
        </p:txBody>
      </p:sp>
    </p:spTree>
    <p:extLst>
      <p:ext uri="{BB962C8B-B14F-4D97-AF65-F5344CB8AC3E}">
        <p14:creationId xmlns:p14="http://schemas.microsoft.com/office/powerpoint/2010/main" val="241449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F7D6FA-5232-40E6-8A95-F44EC401B865}" type="datetimeFigureOut">
              <a:rPr lang="en-IN" smtClean="0"/>
              <a:t>30-09-2025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4F257BB-6630-45DD-B5BB-A3DE831FB569}" type="slidenum">
              <a:rPr lang="en-IN" smtClean="0"/>
              <a:t>‹#›</a:t>
            </a:fld>
            <a:endParaRPr lang="en-IN"/>
          </a:p>
        </p:txBody>
      </p:sp>
    </p:spTree>
    <p:extLst>
      <p:ext uri="{BB962C8B-B14F-4D97-AF65-F5344CB8AC3E}">
        <p14:creationId xmlns:p14="http://schemas.microsoft.com/office/powerpoint/2010/main" val="1246229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7532-6EE6-2F38-9E7A-5E5E1DFF5A88}"/>
              </a:ext>
            </a:extLst>
          </p:cNvPr>
          <p:cNvSpPr>
            <a:spLocks noGrp="1"/>
          </p:cNvSpPr>
          <p:nvPr>
            <p:ph type="ctrTitle"/>
          </p:nvPr>
        </p:nvSpPr>
        <p:spPr>
          <a:xfrm>
            <a:off x="1507067" y="705678"/>
            <a:ext cx="7766936" cy="3866322"/>
          </a:xfrm>
        </p:spPr>
        <p:txBody>
          <a:bodyPr anchor="ctr"/>
          <a:lstStyle/>
          <a:p>
            <a:pPr algn="ctr"/>
            <a:r>
              <a:rPr lang="en-US" dirty="0"/>
              <a:t>6. File System </a:t>
            </a:r>
            <a:endParaRPr lang="en-IN" dirty="0"/>
          </a:p>
        </p:txBody>
      </p:sp>
    </p:spTree>
    <p:extLst>
      <p:ext uri="{BB962C8B-B14F-4D97-AF65-F5344CB8AC3E}">
        <p14:creationId xmlns:p14="http://schemas.microsoft.com/office/powerpoint/2010/main" val="3194414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9091-306D-E609-B7B1-D6C8FB1168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88BA40-41A5-F0B0-AF33-481BDE0702A3}"/>
              </a:ext>
            </a:extLst>
          </p:cNvPr>
          <p:cNvSpPr txBox="1"/>
          <p:nvPr/>
        </p:nvSpPr>
        <p:spPr>
          <a:xfrm>
            <a:off x="844825" y="226729"/>
            <a:ext cx="8398565" cy="2585323"/>
          </a:xfrm>
          <a:prstGeom prst="rect">
            <a:avLst/>
          </a:prstGeom>
          <a:noFill/>
        </p:spPr>
        <p:txBody>
          <a:bodyPr wrap="square">
            <a:spAutoFit/>
          </a:bodyPr>
          <a:lstStyle/>
          <a:p>
            <a:r>
              <a:rPr lang="en-US" b="1" u="sng" dirty="0"/>
              <a:t>6.1] File - concepts, Attributes, operations, Type, file system structure:- </a:t>
            </a:r>
          </a:p>
          <a:p>
            <a:endParaRPr lang="en-US" b="1" u="sng" dirty="0"/>
          </a:p>
          <a:p>
            <a:pPr marL="400050" indent="-400050">
              <a:buFont typeface="+mj-lt"/>
              <a:buAutoNum type="romanUcPeriod"/>
            </a:pPr>
            <a:r>
              <a:rPr lang="en-US" dirty="0"/>
              <a:t>A file can be defined as a data structure which stores the sequence of rewards. </a:t>
            </a:r>
          </a:p>
          <a:p>
            <a:pPr marL="400050" indent="-400050">
              <a:buFont typeface="+mj-lt"/>
              <a:buAutoNum type="romanUcPeriod"/>
            </a:pPr>
            <a:r>
              <a:rPr lang="en-US" dirty="0"/>
              <a:t>file are stored in a file system, which may exist on a disk or in the main memory. </a:t>
            </a:r>
          </a:p>
          <a:p>
            <a:pPr marL="400050" indent="-400050">
              <a:buFont typeface="+mj-lt"/>
              <a:buAutoNum type="romanUcPeriod"/>
            </a:pPr>
            <a:r>
              <a:rPr lang="en-US" dirty="0"/>
              <a:t>files can be simple or complex. </a:t>
            </a:r>
          </a:p>
          <a:p>
            <a:pPr marL="400050" indent="-400050">
              <a:buFont typeface="+mj-lt"/>
              <a:buAutoNum type="romanUcPeriod"/>
            </a:pPr>
            <a:r>
              <a:rPr lang="en-US" dirty="0"/>
              <a:t>The collection of files is known as Directory. The collection of directories at the different level й known as Filesystem.</a:t>
            </a:r>
            <a:endParaRPr lang="en-IN" dirty="0"/>
          </a:p>
        </p:txBody>
      </p:sp>
      <p:sp>
        <p:nvSpPr>
          <p:cNvPr id="6" name="Oval 5">
            <a:extLst>
              <a:ext uri="{FF2B5EF4-FFF2-40B4-BE49-F238E27FC236}">
                <a16:creationId xmlns:a16="http://schemas.microsoft.com/office/drawing/2014/main" id="{0A8D5C42-1023-EBA2-120C-94675544A86B}"/>
              </a:ext>
            </a:extLst>
          </p:cNvPr>
          <p:cNvSpPr/>
          <p:nvPr/>
        </p:nvSpPr>
        <p:spPr>
          <a:xfrm>
            <a:off x="3985591" y="2874895"/>
            <a:ext cx="1311966" cy="44477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a:t>
            </a:r>
            <a:endParaRPr lang="en-IN" dirty="0"/>
          </a:p>
        </p:txBody>
      </p:sp>
      <p:sp>
        <p:nvSpPr>
          <p:cNvPr id="7" name="Oval 6">
            <a:extLst>
              <a:ext uri="{FF2B5EF4-FFF2-40B4-BE49-F238E27FC236}">
                <a16:creationId xmlns:a16="http://schemas.microsoft.com/office/drawing/2014/main" id="{2306BEBE-59B5-0AB0-C50C-189EF7A45491}"/>
              </a:ext>
            </a:extLst>
          </p:cNvPr>
          <p:cNvSpPr/>
          <p:nvPr/>
        </p:nvSpPr>
        <p:spPr>
          <a:xfrm>
            <a:off x="3823252" y="4615824"/>
            <a:ext cx="1636644" cy="44477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Directory  </a:t>
            </a:r>
            <a:endParaRPr lang="en-IN" dirty="0"/>
          </a:p>
        </p:txBody>
      </p:sp>
      <p:sp>
        <p:nvSpPr>
          <p:cNvPr id="8" name="Oval 7">
            <a:extLst>
              <a:ext uri="{FF2B5EF4-FFF2-40B4-BE49-F238E27FC236}">
                <a16:creationId xmlns:a16="http://schemas.microsoft.com/office/drawing/2014/main" id="{44094E5D-010F-9412-7AD2-1894E6B85310}"/>
              </a:ext>
            </a:extLst>
          </p:cNvPr>
          <p:cNvSpPr/>
          <p:nvPr/>
        </p:nvSpPr>
        <p:spPr>
          <a:xfrm>
            <a:off x="3985591" y="3755726"/>
            <a:ext cx="1311966" cy="444777"/>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Files</a:t>
            </a:r>
            <a:endParaRPr lang="en-IN" dirty="0"/>
          </a:p>
        </p:txBody>
      </p:sp>
      <p:sp>
        <p:nvSpPr>
          <p:cNvPr id="9" name="Oval 8">
            <a:extLst>
              <a:ext uri="{FF2B5EF4-FFF2-40B4-BE49-F238E27FC236}">
                <a16:creationId xmlns:a16="http://schemas.microsoft.com/office/drawing/2014/main" id="{F04A1C0F-31E5-7EFF-486E-20E87B1F95BA}"/>
              </a:ext>
            </a:extLst>
          </p:cNvPr>
          <p:cNvSpPr/>
          <p:nvPr/>
        </p:nvSpPr>
        <p:spPr>
          <a:xfrm>
            <a:off x="3672508" y="5465983"/>
            <a:ext cx="1938131" cy="44477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system  </a:t>
            </a:r>
            <a:endParaRPr lang="en-IN" dirty="0"/>
          </a:p>
        </p:txBody>
      </p:sp>
      <p:cxnSp>
        <p:nvCxnSpPr>
          <p:cNvPr id="11" name="Straight Arrow Connector 10">
            <a:extLst>
              <a:ext uri="{FF2B5EF4-FFF2-40B4-BE49-F238E27FC236}">
                <a16:creationId xmlns:a16="http://schemas.microsoft.com/office/drawing/2014/main" id="{27CA2F93-F265-3D46-7A11-EC40328753CA}"/>
              </a:ext>
            </a:extLst>
          </p:cNvPr>
          <p:cNvCxnSpPr>
            <a:stCxn id="6" idx="4"/>
            <a:endCxn id="8" idx="0"/>
          </p:cNvCxnSpPr>
          <p:nvPr/>
        </p:nvCxnSpPr>
        <p:spPr>
          <a:xfrm>
            <a:off x="4641574" y="3319671"/>
            <a:ext cx="0" cy="436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053F5672-8B72-3C29-CE4A-B78C7D3E9CAD}"/>
              </a:ext>
            </a:extLst>
          </p:cNvPr>
          <p:cNvCxnSpPr/>
          <p:nvPr/>
        </p:nvCxnSpPr>
        <p:spPr>
          <a:xfrm>
            <a:off x="4628321" y="5060600"/>
            <a:ext cx="0" cy="436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7394859E-794C-0281-93B1-5258BDC4B019}"/>
              </a:ext>
            </a:extLst>
          </p:cNvPr>
          <p:cNvCxnSpPr/>
          <p:nvPr/>
        </p:nvCxnSpPr>
        <p:spPr>
          <a:xfrm>
            <a:off x="4641573" y="4200503"/>
            <a:ext cx="0" cy="436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1624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F533F-C009-B7FD-818F-87F64792C28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922033-B1F7-DDB5-B135-05008E9847B7}"/>
              </a:ext>
            </a:extLst>
          </p:cNvPr>
          <p:cNvSpPr txBox="1"/>
          <p:nvPr/>
        </p:nvSpPr>
        <p:spPr>
          <a:xfrm>
            <a:off x="844825" y="226729"/>
            <a:ext cx="8398565" cy="6186309"/>
          </a:xfrm>
          <a:prstGeom prst="rect">
            <a:avLst/>
          </a:prstGeom>
          <a:noFill/>
        </p:spPr>
        <p:txBody>
          <a:bodyPr wrap="square">
            <a:spAutoFit/>
          </a:bodyPr>
          <a:lstStyle/>
          <a:p>
            <a:pPr marL="285750" indent="-285750">
              <a:buFont typeface="Wingdings" panose="05000000000000000000" pitchFamily="2" charset="2"/>
              <a:buChar char="v"/>
            </a:pPr>
            <a:r>
              <a:rPr lang="en-US" b="1" u="sng" dirty="0"/>
              <a:t>Attributes of file :-</a:t>
            </a:r>
          </a:p>
          <a:p>
            <a:endParaRPr lang="en-US" dirty="0"/>
          </a:p>
          <a:p>
            <a:r>
              <a:rPr lang="en-US" dirty="0"/>
              <a:t>1] Name :- Every file carries a name by which the file is recognized In the file system . One directory cannot have two with the same name. </a:t>
            </a:r>
          </a:p>
          <a:p>
            <a:endParaRPr lang="en-US" dirty="0"/>
          </a:p>
          <a:p>
            <a:r>
              <a:rPr lang="en-US" dirty="0"/>
              <a:t>2] Identifier :- Along with name , Each file has its own extension which identifies the type of the file </a:t>
            </a:r>
          </a:p>
          <a:p>
            <a:r>
              <a:rPr lang="en-US" dirty="0"/>
              <a:t> for example :- a text file has the extension.txt , a video file has the extension .mp4</a:t>
            </a:r>
          </a:p>
          <a:p>
            <a:endParaRPr lang="en-US" dirty="0"/>
          </a:p>
          <a:p>
            <a:r>
              <a:rPr lang="en-US" dirty="0"/>
              <a:t>3] Type :- In a file system, the files are classified in different types such as video files, audio files, text file etc., </a:t>
            </a:r>
          </a:p>
          <a:p>
            <a:endParaRPr lang="en-US" dirty="0"/>
          </a:p>
          <a:p>
            <a:r>
              <a:rPr lang="en-US" dirty="0"/>
              <a:t>4] Location :- In the file system , there are several location on which the files can be stored . Each file carries its location as its attributes </a:t>
            </a:r>
          </a:p>
          <a:p>
            <a:endParaRPr lang="en-US" dirty="0"/>
          </a:p>
          <a:p>
            <a:r>
              <a:rPr lang="en-US" dirty="0"/>
              <a:t>5] Size  :- The size of the file is one of its most important attributes by size of the file , we mean the number of byte acquired by the file in the memory </a:t>
            </a:r>
          </a:p>
          <a:p>
            <a:endParaRPr lang="en-US" dirty="0"/>
          </a:p>
          <a:p>
            <a:r>
              <a:rPr lang="en-US" dirty="0"/>
              <a:t>6] Protection :- The Admin of the Computer may want the different protection for the different files Therefore each file carriers its own set permission to the different group of users   </a:t>
            </a:r>
            <a:endParaRPr lang="en-IN" dirty="0"/>
          </a:p>
        </p:txBody>
      </p:sp>
    </p:spTree>
    <p:extLst>
      <p:ext uri="{BB962C8B-B14F-4D97-AF65-F5344CB8AC3E}">
        <p14:creationId xmlns:p14="http://schemas.microsoft.com/office/powerpoint/2010/main" val="1890292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0FB5-1A30-0563-7285-5F28666401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1AE6BF1-BAD8-624F-5B1A-B7BE0A3E448C}"/>
              </a:ext>
            </a:extLst>
          </p:cNvPr>
          <p:cNvSpPr txBox="1"/>
          <p:nvPr/>
        </p:nvSpPr>
        <p:spPr>
          <a:xfrm>
            <a:off x="844825" y="226729"/>
            <a:ext cx="8398565" cy="6186309"/>
          </a:xfrm>
          <a:prstGeom prst="rect">
            <a:avLst/>
          </a:prstGeom>
          <a:noFill/>
        </p:spPr>
        <p:txBody>
          <a:bodyPr wrap="square">
            <a:spAutoFit/>
          </a:bodyPr>
          <a:lstStyle/>
          <a:p>
            <a:r>
              <a:rPr lang="en-US" dirty="0"/>
              <a:t>7]  time and Date :- Every file carries a time stamp which contains the time and date on which the file is last modified </a:t>
            </a:r>
          </a:p>
          <a:p>
            <a:endParaRPr lang="en-US" dirty="0"/>
          </a:p>
          <a:p>
            <a:pPr marL="285750" indent="-285750">
              <a:buFont typeface="Wingdings" panose="05000000000000000000" pitchFamily="2" charset="2"/>
              <a:buChar char="v"/>
            </a:pPr>
            <a:r>
              <a:rPr lang="en-US" b="1" u="sng" dirty="0"/>
              <a:t>File Operations :- </a:t>
            </a:r>
          </a:p>
          <a:p>
            <a:r>
              <a:rPr lang="en-US" dirty="0"/>
              <a:t>A file is a collection of logically related data that is recorded on the secondary storage in the form of sequence of operations</a:t>
            </a:r>
          </a:p>
          <a:p>
            <a:endParaRPr lang="en-US" dirty="0"/>
          </a:p>
          <a:p>
            <a:pPr marL="342900" indent="-342900">
              <a:buFont typeface="+mj-lt"/>
              <a:buAutoNum type="arabicPeriod"/>
            </a:pPr>
            <a:r>
              <a:rPr lang="en-US" dirty="0"/>
              <a:t>Create operations :- This operation is used to create a file In the file system. It is the most widely used operation performed on the file system. To create a new file of a particular type the associated application program calls the file system This file system allocated space to the file As the file system knows the format of directory structure . So entry of this new </a:t>
            </a:r>
            <a:r>
              <a:rPr lang="en-US" dirty="0" err="1"/>
              <a:t>filr</a:t>
            </a:r>
            <a:r>
              <a:rPr lang="en-US" dirty="0"/>
              <a:t> is made into the appropriate directory </a:t>
            </a:r>
          </a:p>
          <a:p>
            <a:pPr marL="342900" indent="-342900">
              <a:buFont typeface="+mj-lt"/>
              <a:buAutoNum type="arabicPeriod"/>
            </a:pPr>
            <a:endParaRPr lang="en-US" dirty="0"/>
          </a:p>
          <a:p>
            <a:pPr marL="342900" indent="-342900">
              <a:buFont typeface="+mj-lt"/>
              <a:buAutoNum type="arabicPeriod"/>
            </a:pPr>
            <a:r>
              <a:rPr lang="en-US" dirty="0"/>
              <a:t>Open Operation :- This operation is the common operation performed on the file once the file is created , it must be opened before performing the file processing operations . When the user wants to open a file , it provided a file name to open the particular file in the file system. It tells the operating system o invoke the open  system call and passes the file name to the file system </a:t>
            </a:r>
          </a:p>
          <a:p>
            <a:pPr marL="342900" indent="-342900">
              <a:buFont typeface="+mj-lt"/>
              <a:buAutoNum type="arabicPeriod"/>
            </a:pPr>
            <a:endParaRPr lang="en-US" dirty="0"/>
          </a:p>
          <a:p>
            <a:endParaRPr lang="en-IN" dirty="0"/>
          </a:p>
        </p:txBody>
      </p:sp>
    </p:spTree>
    <p:extLst>
      <p:ext uri="{BB962C8B-B14F-4D97-AF65-F5344CB8AC3E}">
        <p14:creationId xmlns:p14="http://schemas.microsoft.com/office/powerpoint/2010/main" val="2075061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99F7-1F0E-8F02-F8AD-878CB99163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63797F-DD1D-9A6E-FA8E-75E8058DF30D}"/>
              </a:ext>
            </a:extLst>
          </p:cNvPr>
          <p:cNvSpPr txBox="1"/>
          <p:nvPr/>
        </p:nvSpPr>
        <p:spPr>
          <a:xfrm>
            <a:off x="854764" y="246902"/>
            <a:ext cx="8398565" cy="6186309"/>
          </a:xfrm>
          <a:prstGeom prst="rect">
            <a:avLst/>
          </a:prstGeom>
          <a:noFill/>
        </p:spPr>
        <p:txBody>
          <a:bodyPr wrap="square">
            <a:spAutoFit/>
          </a:bodyPr>
          <a:lstStyle/>
          <a:p>
            <a:r>
              <a:rPr lang="en-US" dirty="0"/>
              <a:t>3] Write operating :- This operation is used to write the information into a file A system call write is issued that specifies the name of the file and the length of the data has to be written to the file. Whenever the file length id increased by specified value and the file pointer is repositioned after the last by the written </a:t>
            </a:r>
          </a:p>
          <a:p>
            <a:endParaRPr lang="en-US" dirty="0"/>
          </a:p>
          <a:p>
            <a:r>
              <a:rPr lang="en-US" dirty="0"/>
              <a:t>4] Read-Operation :- This operation ready’s the contents from a file. A Read pointer id maintained by the os , pointing to the position up to which the data has been read </a:t>
            </a:r>
          </a:p>
          <a:p>
            <a:endParaRPr lang="en-US" dirty="0"/>
          </a:p>
          <a:p>
            <a:r>
              <a:rPr lang="en-US" dirty="0"/>
              <a:t>5] Re-position or seek operation :- The seek system call re-positions the fille pointers from the current position to a specific place in the file i.e. forward  or backward depending upon the user’s requirement .This operation is generally performed with those file management system that support direct access files </a:t>
            </a:r>
          </a:p>
          <a:p>
            <a:endParaRPr lang="en-US" dirty="0"/>
          </a:p>
          <a:p>
            <a:r>
              <a:rPr lang="en-US" dirty="0"/>
              <a:t>6] Delete operations :- Deleting the file will not only delete all the data stored inside the file it is also used so that disk space occupied by it is freed . In order to delete the specified file the directory is searched </a:t>
            </a:r>
          </a:p>
          <a:p>
            <a:endParaRPr lang="en-US" dirty="0"/>
          </a:p>
          <a:p>
            <a:r>
              <a:rPr lang="en-US" dirty="0"/>
              <a:t>7] Truncate operation :- Truncate is simple deleting the file except deleting attributes . The file is not completely deleted although the information stored </a:t>
            </a:r>
          </a:p>
          <a:p>
            <a:r>
              <a:rPr lang="en-US" dirty="0"/>
              <a:t>Inside the file gets replaced  </a:t>
            </a:r>
          </a:p>
        </p:txBody>
      </p:sp>
    </p:spTree>
    <p:extLst>
      <p:ext uri="{BB962C8B-B14F-4D97-AF65-F5344CB8AC3E}">
        <p14:creationId xmlns:p14="http://schemas.microsoft.com/office/powerpoint/2010/main" val="132739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5288E-77FE-1BD4-CBC7-F45C9AED66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02693B-95D5-8B3B-CDE3-0EC45B8850D1}"/>
              </a:ext>
            </a:extLst>
          </p:cNvPr>
          <p:cNvSpPr txBox="1"/>
          <p:nvPr/>
        </p:nvSpPr>
        <p:spPr>
          <a:xfrm>
            <a:off x="884582" y="197346"/>
            <a:ext cx="8398565" cy="6463308"/>
          </a:xfrm>
          <a:prstGeom prst="rect">
            <a:avLst/>
          </a:prstGeom>
          <a:noFill/>
        </p:spPr>
        <p:txBody>
          <a:bodyPr wrap="square">
            <a:spAutoFit/>
          </a:bodyPr>
          <a:lstStyle/>
          <a:p>
            <a:r>
              <a:rPr lang="en-US" dirty="0"/>
              <a:t>8] Close operation :- When the processing of the file is complete, it should be closed so that all the changes made permanent and all the resources occupied should be released on closing it deallocate all the internal descriptors that were descriptors that were created when the file was opened </a:t>
            </a:r>
          </a:p>
          <a:p>
            <a:endParaRPr lang="en-US" dirty="0"/>
          </a:p>
          <a:p>
            <a:r>
              <a:rPr lang="en-US" dirty="0"/>
              <a:t>9] Append Operation : - This operation adds data to the and of the file </a:t>
            </a:r>
          </a:p>
          <a:p>
            <a:endParaRPr lang="en-US" dirty="0"/>
          </a:p>
          <a:p>
            <a:r>
              <a:rPr lang="en-US" dirty="0"/>
              <a:t>10] rename operation :- This operation is used to rename the existing file</a:t>
            </a:r>
          </a:p>
          <a:p>
            <a:endParaRPr lang="en-US" dirty="0"/>
          </a:p>
          <a:p>
            <a:pPr marL="285750" indent="-285750">
              <a:buFont typeface="Wingdings" panose="05000000000000000000" pitchFamily="2" charset="2"/>
              <a:buChar char="v"/>
            </a:pPr>
            <a:r>
              <a:rPr lang="en-US" b="1" u="sng" dirty="0"/>
              <a:t>Types of files:- </a:t>
            </a:r>
          </a:p>
          <a:p>
            <a:pPr marL="285750" indent="-285750">
              <a:buFont typeface="Wingdings" panose="05000000000000000000" pitchFamily="2" charset="2"/>
              <a:buChar char="v"/>
            </a:pPr>
            <a:endParaRPr lang="en-US" b="1" u="sng" dirty="0"/>
          </a:p>
          <a:p>
            <a:pPr marL="342900" indent="-342900">
              <a:buFont typeface="+mj-lt"/>
              <a:buAutoNum type="arabicPeriod"/>
            </a:pPr>
            <a:r>
              <a:rPr lang="en-US" dirty="0"/>
              <a:t>Text file :- These contains human – readable text such as documents , scripts , configuration files, </a:t>
            </a:r>
            <a:r>
              <a:rPr lang="en-US" dirty="0" err="1"/>
              <a:t>etc</a:t>
            </a:r>
            <a:r>
              <a:rPr lang="en-US" dirty="0"/>
              <a:t> </a:t>
            </a:r>
          </a:p>
          <a:p>
            <a:pPr marL="342900" indent="-342900">
              <a:buFont typeface="+mj-lt"/>
              <a:buAutoNum type="arabicPeriod"/>
            </a:pPr>
            <a:endParaRPr lang="en-US" dirty="0"/>
          </a:p>
          <a:p>
            <a:pPr marL="342900" indent="-342900">
              <a:buFont typeface="+mj-lt"/>
              <a:buAutoNum type="arabicPeriod"/>
            </a:pPr>
            <a:r>
              <a:rPr lang="en-US" dirty="0"/>
              <a:t>Binary files :- These contains data in a binary format, such as executable programs , images , videos , audio files , etc.</a:t>
            </a:r>
          </a:p>
          <a:p>
            <a:pPr marL="342900" indent="-342900">
              <a:buFont typeface="+mj-lt"/>
              <a:buAutoNum type="arabicPeriod"/>
            </a:pPr>
            <a:endParaRPr lang="en-US" dirty="0"/>
          </a:p>
          <a:p>
            <a:pPr marL="342900" indent="-342900">
              <a:buFont typeface="+mj-lt"/>
              <a:buAutoNum type="arabicPeriod"/>
            </a:pPr>
            <a:r>
              <a:rPr lang="en-US" dirty="0"/>
              <a:t>Compressed files :- These are achieves containing one or more files that have been compressed to reduce their size , such as ZIP , TAR , GZIP , </a:t>
            </a:r>
            <a:r>
              <a:rPr lang="en-US" dirty="0" err="1"/>
              <a:t>etc</a:t>
            </a:r>
            <a:endParaRPr lang="en-US" dirty="0"/>
          </a:p>
          <a:p>
            <a:pPr marL="342900" indent="-342900">
              <a:buFont typeface="+mj-lt"/>
              <a:buAutoNum type="arabicPeriod"/>
            </a:pPr>
            <a:endParaRPr lang="en-US" dirty="0"/>
          </a:p>
          <a:p>
            <a:pPr marL="342900" indent="-342900">
              <a:buFont typeface="+mj-lt"/>
              <a:buAutoNum type="arabicPeriod"/>
            </a:pPr>
            <a:r>
              <a:rPr lang="en-US" dirty="0"/>
              <a:t>Database files:- There contains structured data stored in a database format , used by database management system (DBMS) , such as </a:t>
            </a:r>
            <a:r>
              <a:rPr lang="en-US" dirty="0" err="1"/>
              <a:t>Sqlite</a:t>
            </a:r>
            <a:r>
              <a:rPr lang="en-US" dirty="0"/>
              <a:t> , MySQL, etc.  </a:t>
            </a:r>
          </a:p>
        </p:txBody>
      </p:sp>
    </p:spTree>
    <p:extLst>
      <p:ext uri="{BB962C8B-B14F-4D97-AF65-F5344CB8AC3E}">
        <p14:creationId xmlns:p14="http://schemas.microsoft.com/office/powerpoint/2010/main" val="3445570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E751-A35A-A952-AF76-C771103C29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31A338-7883-9442-8C1A-B9427265A192}"/>
              </a:ext>
            </a:extLst>
          </p:cNvPr>
          <p:cNvSpPr txBox="1"/>
          <p:nvPr/>
        </p:nvSpPr>
        <p:spPr>
          <a:xfrm>
            <a:off x="884582" y="197346"/>
            <a:ext cx="8398565" cy="6186309"/>
          </a:xfrm>
          <a:prstGeom prst="rect">
            <a:avLst/>
          </a:prstGeom>
          <a:noFill/>
        </p:spPr>
        <p:txBody>
          <a:bodyPr wrap="square">
            <a:spAutoFit/>
          </a:bodyPr>
          <a:lstStyle/>
          <a:p>
            <a:r>
              <a:rPr lang="en-US" dirty="0"/>
              <a:t>5. Configuration files :- These contains setting and configuration for software applications or the operation system itself , such as . In files, XML files , JSON files , etc.</a:t>
            </a:r>
          </a:p>
          <a:p>
            <a:endParaRPr lang="en-US" dirty="0"/>
          </a:p>
          <a:p>
            <a:r>
              <a:rPr lang="en-US" dirty="0"/>
              <a:t>6. Temporary files :- There are created by programs for temporary storage and are usually deleted once their purpose is served</a:t>
            </a:r>
          </a:p>
          <a:p>
            <a:endParaRPr lang="en-US" dirty="0"/>
          </a:p>
          <a:p>
            <a:r>
              <a:rPr lang="en-US" dirty="0"/>
              <a:t>7. System files :- There are essential files for the operating system’s functionality , such as system libraries kernel modules , etc.</a:t>
            </a:r>
          </a:p>
          <a:p>
            <a:endParaRPr lang="en-US" dirty="0"/>
          </a:p>
          <a:p>
            <a:pPr marL="285750" indent="-285750">
              <a:buFont typeface="Wingdings" panose="05000000000000000000" pitchFamily="2" charset="2"/>
              <a:buChar char="v"/>
            </a:pPr>
            <a:r>
              <a:rPr lang="en-US" b="1" u="sng" dirty="0"/>
              <a:t>File System Structure :-  </a:t>
            </a:r>
          </a:p>
          <a:p>
            <a:pPr marL="285750" indent="-285750">
              <a:buFont typeface="Wingdings" panose="05000000000000000000" pitchFamily="2" charset="2"/>
              <a:buChar char="v"/>
            </a:pPr>
            <a:endParaRPr lang="en-US" dirty="0"/>
          </a:p>
          <a:p>
            <a:pPr marL="285750" indent="-285750">
              <a:buFont typeface="Arial" panose="020B0604020202020204" pitchFamily="34" charset="0"/>
              <a:buChar char="•"/>
            </a:pPr>
            <a:r>
              <a:rPr lang="en-US" dirty="0"/>
              <a:t>File system provide efficient access to the disk by allowing data to be stored , location and retrieved in a convenient way. </a:t>
            </a:r>
          </a:p>
          <a:p>
            <a:endParaRPr lang="en-US" dirty="0"/>
          </a:p>
          <a:p>
            <a:pPr marL="285750" indent="-285750">
              <a:buFont typeface="Arial" panose="020B0604020202020204" pitchFamily="34" charset="0"/>
              <a:buChar char="•"/>
            </a:pPr>
            <a:r>
              <a:rPr lang="en-US" dirty="0"/>
              <a:t>A file system must be able to store the file , locate the file and retrieve the file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Most of the operating system use layering approach for every task including file system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Every  layers of the file system is responsible for some activities </a:t>
            </a:r>
          </a:p>
        </p:txBody>
      </p:sp>
    </p:spTree>
    <p:extLst>
      <p:ext uri="{BB962C8B-B14F-4D97-AF65-F5344CB8AC3E}">
        <p14:creationId xmlns:p14="http://schemas.microsoft.com/office/powerpoint/2010/main" val="3869097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5760A-EBAB-8FCF-1E50-7B1CF3B704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4BA35C-38DE-9C75-28C7-C8EFE0BE6CF3}"/>
              </a:ext>
            </a:extLst>
          </p:cNvPr>
          <p:cNvSpPr/>
          <p:nvPr/>
        </p:nvSpPr>
        <p:spPr>
          <a:xfrm>
            <a:off x="2912159" y="425726"/>
            <a:ext cx="3101009" cy="52511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Application Programs</a:t>
            </a:r>
            <a:endParaRPr lang="en-IN" dirty="0"/>
          </a:p>
        </p:txBody>
      </p:sp>
      <p:sp>
        <p:nvSpPr>
          <p:cNvPr id="5" name="Rectangle 4">
            <a:extLst>
              <a:ext uri="{FF2B5EF4-FFF2-40B4-BE49-F238E27FC236}">
                <a16:creationId xmlns:a16="http://schemas.microsoft.com/office/drawing/2014/main" id="{A5D1B9C3-FB89-83B9-D90B-9E92D31DA4C1}"/>
              </a:ext>
            </a:extLst>
          </p:cNvPr>
          <p:cNvSpPr/>
          <p:nvPr/>
        </p:nvSpPr>
        <p:spPr>
          <a:xfrm>
            <a:off x="2912161" y="1368287"/>
            <a:ext cx="3101009" cy="5218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Logical file system </a:t>
            </a:r>
            <a:endParaRPr lang="en-IN" dirty="0"/>
          </a:p>
        </p:txBody>
      </p:sp>
      <p:sp>
        <p:nvSpPr>
          <p:cNvPr id="6" name="Rectangle 5">
            <a:extLst>
              <a:ext uri="{FF2B5EF4-FFF2-40B4-BE49-F238E27FC236}">
                <a16:creationId xmlns:a16="http://schemas.microsoft.com/office/drawing/2014/main" id="{300B2C81-17C9-75B8-D7EC-58B8117766E6}"/>
              </a:ext>
            </a:extLst>
          </p:cNvPr>
          <p:cNvSpPr/>
          <p:nvPr/>
        </p:nvSpPr>
        <p:spPr>
          <a:xfrm>
            <a:off x="2912160" y="2314161"/>
            <a:ext cx="3101009" cy="5218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organization module </a:t>
            </a:r>
            <a:endParaRPr lang="en-IN" dirty="0"/>
          </a:p>
        </p:txBody>
      </p:sp>
      <p:sp>
        <p:nvSpPr>
          <p:cNvPr id="7" name="Rectangle 6">
            <a:extLst>
              <a:ext uri="{FF2B5EF4-FFF2-40B4-BE49-F238E27FC236}">
                <a16:creationId xmlns:a16="http://schemas.microsoft.com/office/drawing/2014/main" id="{55C41309-CD8C-57AC-79B7-4F4C42CC5816}"/>
              </a:ext>
            </a:extLst>
          </p:cNvPr>
          <p:cNvSpPr/>
          <p:nvPr/>
        </p:nvSpPr>
        <p:spPr>
          <a:xfrm>
            <a:off x="2912160" y="4209220"/>
            <a:ext cx="3101009" cy="5218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I/O Control</a:t>
            </a:r>
            <a:endParaRPr lang="en-IN" dirty="0"/>
          </a:p>
        </p:txBody>
      </p:sp>
      <p:sp>
        <p:nvSpPr>
          <p:cNvPr id="8" name="Rectangle 7">
            <a:extLst>
              <a:ext uri="{FF2B5EF4-FFF2-40B4-BE49-F238E27FC236}">
                <a16:creationId xmlns:a16="http://schemas.microsoft.com/office/drawing/2014/main" id="{F748FE6B-862F-161F-C9F6-EA7463579591}"/>
              </a:ext>
            </a:extLst>
          </p:cNvPr>
          <p:cNvSpPr/>
          <p:nvPr/>
        </p:nvSpPr>
        <p:spPr>
          <a:xfrm>
            <a:off x="2912163" y="3260035"/>
            <a:ext cx="3101009" cy="5218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Basic file system </a:t>
            </a:r>
            <a:endParaRPr lang="en-IN" dirty="0"/>
          </a:p>
        </p:txBody>
      </p:sp>
      <p:sp>
        <p:nvSpPr>
          <p:cNvPr id="9" name="Rectangle 8">
            <a:extLst>
              <a:ext uri="{FF2B5EF4-FFF2-40B4-BE49-F238E27FC236}">
                <a16:creationId xmlns:a16="http://schemas.microsoft.com/office/drawing/2014/main" id="{B1C425EB-C21A-67A9-CB45-1ED7131C06ED}"/>
              </a:ext>
            </a:extLst>
          </p:cNvPr>
          <p:cNvSpPr/>
          <p:nvPr/>
        </p:nvSpPr>
        <p:spPr>
          <a:xfrm>
            <a:off x="2912159" y="5133562"/>
            <a:ext cx="3101009" cy="5218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Devices </a:t>
            </a:r>
            <a:endParaRPr lang="en-IN" dirty="0"/>
          </a:p>
        </p:txBody>
      </p:sp>
      <p:cxnSp>
        <p:nvCxnSpPr>
          <p:cNvPr id="12" name="Straight Arrow Connector 11">
            <a:extLst>
              <a:ext uri="{FF2B5EF4-FFF2-40B4-BE49-F238E27FC236}">
                <a16:creationId xmlns:a16="http://schemas.microsoft.com/office/drawing/2014/main" id="{01863A10-0FAC-7A76-C108-286398217D5E}"/>
              </a:ext>
            </a:extLst>
          </p:cNvPr>
          <p:cNvCxnSpPr>
            <a:stCxn id="4" idx="2"/>
            <a:endCxn id="5" idx="0"/>
          </p:cNvCxnSpPr>
          <p:nvPr/>
        </p:nvCxnSpPr>
        <p:spPr>
          <a:xfrm>
            <a:off x="4462664" y="950843"/>
            <a:ext cx="2" cy="4174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90188ABB-4C87-8404-D175-77E51FD11E87}"/>
              </a:ext>
            </a:extLst>
          </p:cNvPr>
          <p:cNvCxnSpPr/>
          <p:nvPr/>
        </p:nvCxnSpPr>
        <p:spPr>
          <a:xfrm>
            <a:off x="4456025" y="2835966"/>
            <a:ext cx="2" cy="4174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F62A595-7D17-F6C5-EA42-CA7952A44037}"/>
              </a:ext>
            </a:extLst>
          </p:cNvPr>
          <p:cNvCxnSpPr/>
          <p:nvPr/>
        </p:nvCxnSpPr>
        <p:spPr>
          <a:xfrm>
            <a:off x="4462661" y="1903342"/>
            <a:ext cx="2" cy="4174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529DE8F6-97FB-54A0-B3BF-C7A71E59651A}"/>
              </a:ext>
            </a:extLst>
          </p:cNvPr>
          <p:cNvCxnSpPr/>
          <p:nvPr/>
        </p:nvCxnSpPr>
        <p:spPr>
          <a:xfrm>
            <a:off x="4456027" y="3806683"/>
            <a:ext cx="2" cy="4174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4439F84E-468D-860B-B906-5A01D3447B4E}"/>
              </a:ext>
            </a:extLst>
          </p:cNvPr>
          <p:cNvCxnSpPr/>
          <p:nvPr/>
        </p:nvCxnSpPr>
        <p:spPr>
          <a:xfrm>
            <a:off x="4462661" y="4726054"/>
            <a:ext cx="2" cy="4174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B3AC5BCF-78B9-3937-5E5A-B3D52F7B1110}"/>
              </a:ext>
            </a:extLst>
          </p:cNvPr>
          <p:cNvSpPr/>
          <p:nvPr/>
        </p:nvSpPr>
        <p:spPr>
          <a:xfrm>
            <a:off x="2266121" y="5922065"/>
            <a:ext cx="4671392" cy="4124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Fig . Different layers of file system </a:t>
            </a:r>
            <a:endParaRPr lang="en-IN" dirty="0"/>
          </a:p>
        </p:txBody>
      </p:sp>
    </p:spTree>
    <p:extLst>
      <p:ext uri="{BB962C8B-B14F-4D97-AF65-F5344CB8AC3E}">
        <p14:creationId xmlns:p14="http://schemas.microsoft.com/office/powerpoint/2010/main" val="956373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EC1B5-7EDE-814A-4E2A-1763FA4CE1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81C635-4EBD-276E-1AF7-BC5D8673B71F}"/>
              </a:ext>
            </a:extLst>
          </p:cNvPr>
          <p:cNvSpPr txBox="1"/>
          <p:nvPr/>
        </p:nvSpPr>
        <p:spPr>
          <a:xfrm>
            <a:off x="993913" y="199505"/>
            <a:ext cx="8249478" cy="4247317"/>
          </a:xfrm>
          <a:prstGeom prst="rect">
            <a:avLst/>
          </a:prstGeom>
          <a:noFill/>
        </p:spPr>
        <p:txBody>
          <a:bodyPr wrap="square">
            <a:spAutoFit/>
          </a:bodyPr>
          <a:lstStyle/>
          <a:p>
            <a:pPr marL="285750" indent="-285750">
              <a:buFont typeface="Arial" panose="020B0604020202020204" pitchFamily="34" charset="0"/>
              <a:buChar char="•"/>
            </a:pPr>
            <a:r>
              <a:rPr lang="en-US" dirty="0"/>
              <a:t>when an application program asks for a file, the request is directed to the logical file system. The logical file system contains Meta deo data and directory structure. </a:t>
            </a:r>
          </a:p>
          <a:p>
            <a:pPr marL="285750" indent="-285750">
              <a:buFont typeface="Arial" panose="020B0604020202020204" pitchFamily="34" charset="0"/>
              <a:buChar char="•"/>
            </a:pPr>
            <a:r>
              <a:rPr lang="en-US" dirty="0"/>
              <a:t>If the application program doesn't have the required will throw permissions an of the file, then this layer will throw an error. </a:t>
            </a:r>
          </a:p>
          <a:p>
            <a:pPr marL="285750" indent="-285750">
              <a:buFont typeface="Arial" panose="020B0604020202020204" pitchFamily="34" charset="0"/>
              <a:buChar char="•"/>
            </a:pPr>
            <a:r>
              <a:rPr lang="en-US" dirty="0"/>
              <a:t>Generally files are divided into various logical blocks . Therefore, in order to stored and retrieve the Files the logical blocks needs to be mapped to physical call blocks . This mapping is done by file organization module . It is responsible for free space management </a:t>
            </a:r>
          </a:p>
          <a:p>
            <a:pPr marL="285750" indent="-285750">
              <a:buFont typeface="Arial" panose="020B0604020202020204" pitchFamily="34" charset="0"/>
              <a:buChar char="•"/>
            </a:pPr>
            <a:r>
              <a:rPr lang="en-US" dirty="0"/>
              <a:t>Once the organization module decided which physical block the application program needs , it passes this information to basic file system . The basic file system is responsible for issuing the commands </a:t>
            </a:r>
          </a:p>
          <a:p>
            <a:pPr marL="285750" indent="-285750">
              <a:buFont typeface="Arial" panose="020B0604020202020204" pitchFamily="34" charset="0"/>
              <a:buChar char="•"/>
            </a:pPr>
            <a:r>
              <a:rPr lang="en-US" dirty="0"/>
              <a:t>I/O controls contain the code by using which it can access hard disk .These</a:t>
            </a:r>
          </a:p>
          <a:p>
            <a:r>
              <a:rPr lang="en-US" dirty="0"/>
              <a:t>    Code are known as device drivers.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074609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79C92-FBCD-0E31-E156-329ED6A402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9FADF4-72FB-FA6E-D815-82101B2425E5}"/>
              </a:ext>
            </a:extLst>
          </p:cNvPr>
          <p:cNvSpPr txBox="1"/>
          <p:nvPr/>
        </p:nvSpPr>
        <p:spPr>
          <a:xfrm>
            <a:off x="944218" y="222626"/>
            <a:ext cx="8279296" cy="3139321"/>
          </a:xfrm>
          <a:prstGeom prst="rect">
            <a:avLst/>
          </a:prstGeom>
          <a:noFill/>
        </p:spPr>
        <p:txBody>
          <a:bodyPr wrap="square">
            <a:spAutoFit/>
          </a:bodyPr>
          <a:lstStyle/>
          <a:p>
            <a:r>
              <a:rPr lang="en-IN" b="1" u="sng" dirty="0"/>
              <a:t>5.2 ] Access Methods :- Sequential , Direct , Swapping There are various ways to access files stored in secondary memory </a:t>
            </a:r>
          </a:p>
          <a:p>
            <a:endParaRPr lang="en-IN" dirty="0"/>
          </a:p>
          <a:p>
            <a:r>
              <a:rPr lang="en-IN" b="1" u="sng" dirty="0"/>
              <a:t>1] Sequential Access :-</a:t>
            </a:r>
          </a:p>
          <a:p>
            <a:endParaRPr lang="en-IN" dirty="0"/>
          </a:p>
          <a:p>
            <a:pPr marL="285750" indent="-285750">
              <a:buFont typeface="Arial" panose="020B0604020202020204" pitchFamily="34" charset="0"/>
              <a:buChar char="•"/>
            </a:pPr>
            <a:r>
              <a:rPr lang="en-IN" dirty="0"/>
              <a:t>Most of the operating system access the file sequentially</a:t>
            </a:r>
          </a:p>
          <a:p>
            <a:pPr marL="285750" indent="-285750">
              <a:buFont typeface="Arial" panose="020B0604020202020204" pitchFamily="34" charset="0"/>
              <a:buChar char="•"/>
            </a:pPr>
            <a:r>
              <a:rPr lang="en-IN" dirty="0"/>
              <a:t>In sequential access , the os lead the file word by word . A pointer is maintained which initially pointed to the base address of the file . If the user wants to read first word of the file then the pointer provides that word to the user and increases its value by 1 word . This process continues till the end of the file. </a:t>
            </a:r>
          </a:p>
        </p:txBody>
      </p:sp>
      <p:sp>
        <p:nvSpPr>
          <p:cNvPr id="6" name="Rectangle 5">
            <a:extLst>
              <a:ext uri="{FF2B5EF4-FFF2-40B4-BE49-F238E27FC236}">
                <a16:creationId xmlns:a16="http://schemas.microsoft.com/office/drawing/2014/main" id="{F713D6F7-3363-88BE-AFB0-BB21688FF62F}"/>
              </a:ext>
            </a:extLst>
          </p:cNvPr>
          <p:cNvSpPr/>
          <p:nvPr/>
        </p:nvSpPr>
        <p:spPr>
          <a:xfrm>
            <a:off x="4177748" y="3260035"/>
            <a:ext cx="1918252" cy="4373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 block </a:t>
            </a:r>
            <a:endParaRPr lang="en-IN" dirty="0"/>
          </a:p>
        </p:txBody>
      </p:sp>
      <p:sp>
        <p:nvSpPr>
          <p:cNvPr id="7" name="Rectangle 6">
            <a:extLst>
              <a:ext uri="{FF2B5EF4-FFF2-40B4-BE49-F238E27FC236}">
                <a16:creationId xmlns:a16="http://schemas.microsoft.com/office/drawing/2014/main" id="{4E9B3987-6CEF-88B2-DDCF-9E2ACC5A5A6C}"/>
              </a:ext>
            </a:extLst>
          </p:cNvPr>
          <p:cNvSpPr/>
          <p:nvPr/>
        </p:nvSpPr>
        <p:spPr>
          <a:xfrm>
            <a:off x="7315200" y="3301844"/>
            <a:ext cx="1345096" cy="35370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512 Byte </a:t>
            </a:r>
            <a:endParaRPr lang="en-IN" dirty="0"/>
          </a:p>
        </p:txBody>
      </p:sp>
      <p:cxnSp>
        <p:nvCxnSpPr>
          <p:cNvPr id="9" name="Straight Arrow Connector 8">
            <a:extLst>
              <a:ext uri="{FF2B5EF4-FFF2-40B4-BE49-F238E27FC236}">
                <a16:creationId xmlns:a16="http://schemas.microsoft.com/office/drawing/2014/main" id="{B705E48F-4DC2-0DB8-FB2D-AE9FE086136B}"/>
              </a:ext>
            </a:extLst>
          </p:cNvPr>
          <p:cNvCxnSpPr>
            <a:cxnSpLocks/>
          </p:cNvCxnSpPr>
          <p:nvPr/>
        </p:nvCxnSpPr>
        <p:spPr>
          <a:xfrm>
            <a:off x="6096000" y="3478696"/>
            <a:ext cx="1219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06C5E940-5B8E-A109-6DBC-4B00B00C8E4D}"/>
              </a:ext>
            </a:extLst>
          </p:cNvPr>
          <p:cNvSpPr/>
          <p:nvPr/>
        </p:nvSpPr>
        <p:spPr>
          <a:xfrm>
            <a:off x="1013792" y="4154557"/>
            <a:ext cx="1123122"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7" name="Rectangle 16">
            <a:extLst>
              <a:ext uri="{FF2B5EF4-FFF2-40B4-BE49-F238E27FC236}">
                <a16:creationId xmlns:a16="http://schemas.microsoft.com/office/drawing/2014/main" id="{41F30DDD-8A1C-C594-DE1E-2DD773D2B45C}"/>
              </a:ext>
            </a:extLst>
          </p:cNvPr>
          <p:cNvSpPr/>
          <p:nvPr/>
        </p:nvSpPr>
        <p:spPr>
          <a:xfrm>
            <a:off x="2126976" y="4154556"/>
            <a:ext cx="1123122"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endParaRPr lang="en-IN" dirty="0"/>
          </a:p>
        </p:txBody>
      </p:sp>
      <p:sp>
        <p:nvSpPr>
          <p:cNvPr id="18" name="Rectangle 17">
            <a:extLst>
              <a:ext uri="{FF2B5EF4-FFF2-40B4-BE49-F238E27FC236}">
                <a16:creationId xmlns:a16="http://schemas.microsoft.com/office/drawing/2014/main" id="{9686B6FF-52CF-0F4B-8E61-8A1646788A07}"/>
              </a:ext>
            </a:extLst>
          </p:cNvPr>
          <p:cNvSpPr/>
          <p:nvPr/>
        </p:nvSpPr>
        <p:spPr>
          <a:xfrm>
            <a:off x="4363282" y="4154556"/>
            <a:ext cx="1123122"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endParaRPr lang="en-IN" dirty="0"/>
          </a:p>
        </p:txBody>
      </p:sp>
      <p:sp>
        <p:nvSpPr>
          <p:cNvPr id="19" name="Rectangle 18">
            <a:extLst>
              <a:ext uri="{FF2B5EF4-FFF2-40B4-BE49-F238E27FC236}">
                <a16:creationId xmlns:a16="http://schemas.microsoft.com/office/drawing/2014/main" id="{D1BE435B-B7F3-0BA2-FE3F-119F4D1CDA25}"/>
              </a:ext>
            </a:extLst>
          </p:cNvPr>
          <p:cNvSpPr/>
          <p:nvPr/>
        </p:nvSpPr>
        <p:spPr>
          <a:xfrm>
            <a:off x="3250098" y="4154556"/>
            <a:ext cx="1123122"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endParaRPr lang="en-IN" dirty="0"/>
          </a:p>
        </p:txBody>
      </p:sp>
      <p:sp>
        <p:nvSpPr>
          <p:cNvPr id="20" name="Rectangle 19">
            <a:extLst>
              <a:ext uri="{FF2B5EF4-FFF2-40B4-BE49-F238E27FC236}">
                <a16:creationId xmlns:a16="http://schemas.microsoft.com/office/drawing/2014/main" id="{3677B22F-E7B6-FAE5-2897-CA6F17E752C1}"/>
              </a:ext>
            </a:extLst>
          </p:cNvPr>
          <p:cNvSpPr/>
          <p:nvPr/>
        </p:nvSpPr>
        <p:spPr>
          <a:xfrm>
            <a:off x="1162879" y="3819145"/>
            <a:ext cx="824948" cy="22608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10</a:t>
            </a:r>
            <a:r>
              <a:rPr lang="en-US" baseline="30000" dirty="0"/>
              <a:t>th</a:t>
            </a:r>
            <a:r>
              <a:rPr lang="en-US" dirty="0"/>
              <a:t> </a:t>
            </a:r>
            <a:endParaRPr lang="en-IN" dirty="0"/>
          </a:p>
        </p:txBody>
      </p:sp>
      <p:sp>
        <p:nvSpPr>
          <p:cNvPr id="24" name="Rectangle 23">
            <a:extLst>
              <a:ext uri="{FF2B5EF4-FFF2-40B4-BE49-F238E27FC236}">
                <a16:creationId xmlns:a16="http://schemas.microsoft.com/office/drawing/2014/main" id="{E5E14BEB-1B3E-88C3-46E0-2092AA8FB265}"/>
              </a:ext>
            </a:extLst>
          </p:cNvPr>
          <p:cNvSpPr/>
          <p:nvPr/>
        </p:nvSpPr>
        <p:spPr>
          <a:xfrm>
            <a:off x="2242932" y="3819145"/>
            <a:ext cx="824948" cy="26709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15</a:t>
            </a:r>
            <a:r>
              <a:rPr lang="en-US" baseline="30000" dirty="0"/>
              <a:t>th</a:t>
            </a:r>
            <a:r>
              <a:rPr lang="en-US" dirty="0"/>
              <a:t> </a:t>
            </a:r>
            <a:endParaRPr lang="en-IN" dirty="0"/>
          </a:p>
        </p:txBody>
      </p:sp>
      <p:sp>
        <p:nvSpPr>
          <p:cNvPr id="25" name="Rectangle 24">
            <a:extLst>
              <a:ext uri="{FF2B5EF4-FFF2-40B4-BE49-F238E27FC236}">
                <a16:creationId xmlns:a16="http://schemas.microsoft.com/office/drawing/2014/main" id="{B906449C-4A5A-1E8A-44AA-EADBDF11F98F}"/>
              </a:ext>
            </a:extLst>
          </p:cNvPr>
          <p:cNvSpPr/>
          <p:nvPr/>
        </p:nvSpPr>
        <p:spPr>
          <a:xfrm>
            <a:off x="3399185" y="3819146"/>
            <a:ext cx="824948" cy="26709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11</a:t>
            </a:r>
            <a:r>
              <a:rPr lang="en-US" baseline="30000" dirty="0"/>
              <a:t>th</a:t>
            </a:r>
            <a:r>
              <a:rPr lang="en-US" dirty="0"/>
              <a:t> </a:t>
            </a:r>
            <a:endParaRPr lang="en-IN" dirty="0"/>
          </a:p>
        </p:txBody>
      </p:sp>
      <p:sp>
        <p:nvSpPr>
          <p:cNvPr id="26" name="Rectangle 25">
            <a:extLst>
              <a:ext uri="{FF2B5EF4-FFF2-40B4-BE49-F238E27FC236}">
                <a16:creationId xmlns:a16="http://schemas.microsoft.com/office/drawing/2014/main" id="{FEA91808-5588-5BEE-3E7B-F35D14669353}"/>
              </a:ext>
            </a:extLst>
          </p:cNvPr>
          <p:cNvSpPr/>
          <p:nvPr/>
        </p:nvSpPr>
        <p:spPr>
          <a:xfrm>
            <a:off x="4505743" y="3819146"/>
            <a:ext cx="824948" cy="28405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30</a:t>
            </a:r>
            <a:r>
              <a:rPr lang="en-US" baseline="30000" dirty="0"/>
              <a:t>th</a:t>
            </a:r>
            <a:r>
              <a:rPr lang="en-US" dirty="0"/>
              <a:t> </a:t>
            </a:r>
            <a:endParaRPr lang="en-IN" dirty="0"/>
          </a:p>
        </p:txBody>
      </p:sp>
      <p:cxnSp>
        <p:nvCxnSpPr>
          <p:cNvPr id="28" name="Straight Arrow Connector 27">
            <a:extLst>
              <a:ext uri="{FF2B5EF4-FFF2-40B4-BE49-F238E27FC236}">
                <a16:creationId xmlns:a16="http://schemas.microsoft.com/office/drawing/2014/main" id="{AF9A4AD8-0390-FF48-84F1-E8AD3154034B}"/>
              </a:ext>
            </a:extLst>
          </p:cNvPr>
          <p:cNvCxnSpPr>
            <a:cxnSpLocks/>
          </p:cNvCxnSpPr>
          <p:nvPr/>
        </p:nvCxnSpPr>
        <p:spPr>
          <a:xfrm>
            <a:off x="1262270" y="4641574"/>
            <a:ext cx="40684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FC585015-3624-0F01-4709-4E4BBF909DB9}"/>
              </a:ext>
            </a:extLst>
          </p:cNvPr>
          <p:cNvSpPr/>
          <p:nvPr/>
        </p:nvSpPr>
        <p:spPr>
          <a:xfrm>
            <a:off x="1162879" y="4830418"/>
            <a:ext cx="3985591" cy="3205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Sequential access </a:t>
            </a:r>
            <a:endParaRPr lang="en-IN" dirty="0"/>
          </a:p>
        </p:txBody>
      </p:sp>
      <p:sp>
        <p:nvSpPr>
          <p:cNvPr id="33" name="Rectangle 32">
            <a:extLst>
              <a:ext uri="{FF2B5EF4-FFF2-40B4-BE49-F238E27FC236}">
                <a16:creationId xmlns:a16="http://schemas.microsoft.com/office/drawing/2014/main" id="{B4B35BE5-F092-EAB1-EAFB-85210A87C7AC}"/>
              </a:ext>
            </a:extLst>
          </p:cNvPr>
          <p:cNvSpPr/>
          <p:nvPr/>
        </p:nvSpPr>
        <p:spPr>
          <a:xfrm>
            <a:off x="5640462" y="4212333"/>
            <a:ext cx="959126" cy="23231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a:t>
            </a:r>
            <a:endParaRPr lang="en-IN" dirty="0"/>
          </a:p>
        </p:txBody>
      </p:sp>
      <p:sp>
        <p:nvSpPr>
          <p:cNvPr id="36" name="Oval 35">
            <a:extLst>
              <a:ext uri="{FF2B5EF4-FFF2-40B4-BE49-F238E27FC236}">
                <a16:creationId xmlns:a16="http://schemas.microsoft.com/office/drawing/2014/main" id="{876A4723-A794-BCBE-8BBE-7E91249599CC}"/>
              </a:ext>
            </a:extLst>
          </p:cNvPr>
          <p:cNvSpPr/>
          <p:nvPr/>
        </p:nvSpPr>
        <p:spPr>
          <a:xfrm>
            <a:off x="5476464" y="5178283"/>
            <a:ext cx="2862466" cy="140882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7" name="Oval 36">
            <a:extLst>
              <a:ext uri="{FF2B5EF4-FFF2-40B4-BE49-F238E27FC236}">
                <a16:creationId xmlns:a16="http://schemas.microsoft.com/office/drawing/2014/main" id="{60F43291-6128-5E4B-2C77-31B5191FA8F9}"/>
              </a:ext>
            </a:extLst>
          </p:cNvPr>
          <p:cNvSpPr/>
          <p:nvPr/>
        </p:nvSpPr>
        <p:spPr>
          <a:xfrm>
            <a:off x="5971769" y="5558165"/>
            <a:ext cx="1815548" cy="71123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39" name="Straight Connector 38">
            <a:extLst>
              <a:ext uri="{FF2B5EF4-FFF2-40B4-BE49-F238E27FC236}">
                <a16:creationId xmlns:a16="http://schemas.microsoft.com/office/drawing/2014/main" id="{4285562E-4833-0F7A-81E3-E9938CAF6245}"/>
              </a:ext>
            </a:extLst>
          </p:cNvPr>
          <p:cNvCxnSpPr>
            <a:cxnSpLocks/>
          </p:cNvCxnSpPr>
          <p:nvPr/>
        </p:nvCxnSpPr>
        <p:spPr>
          <a:xfrm>
            <a:off x="6907697" y="5178283"/>
            <a:ext cx="0" cy="371195"/>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D3B3CB61-2A7E-572A-4A13-F7EF6C513860}"/>
              </a:ext>
            </a:extLst>
          </p:cNvPr>
          <p:cNvCxnSpPr>
            <a:cxnSpLocks/>
          </p:cNvCxnSpPr>
          <p:nvPr/>
        </p:nvCxnSpPr>
        <p:spPr>
          <a:xfrm>
            <a:off x="5476464" y="5913783"/>
            <a:ext cx="495305" cy="0"/>
          </a:xfrm>
          <a:prstGeom prst="line">
            <a:avLst/>
          </a:prstGeom>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F1ED3792-635D-B7EC-524F-E808DD09A0C2}"/>
              </a:ext>
            </a:extLst>
          </p:cNvPr>
          <p:cNvCxnSpPr>
            <a:cxnSpLocks/>
            <a:stCxn id="37" idx="6"/>
          </p:cNvCxnSpPr>
          <p:nvPr/>
        </p:nvCxnSpPr>
        <p:spPr>
          <a:xfrm>
            <a:off x="7787317" y="5913783"/>
            <a:ext cx="551613" cy="0"/>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F11D8425-DE4B-E171-9157-CF338A858034}"/>
              </a:ext>
            </a:extLst>
          </p:cNvPr>
          <p:cNvCxnSpPr>
            <a:cxnSpLocks/>
          </p:cNvCxnSpPr>
          <p:nvPr/>
        </p:nvCxnSpPr>
        <p:spPr>
          <a:xfrm flipH="1">
            <a:off x="6907697" y="6260714"/>
            <a:ext cx="1" cy="348795"/>
          </a:xfrm>
          <a:prstGeom prst="line">
            <a:avLst/>
          </a:prstGeom>
        </p:spPr>
        <p:style>
          <a:lnRef idx="2">
            <a:schemeClr val="dk1"/>
          </a:lnRef>
          <a:fillRef idx="0">
            <a:schemeClr val="dk1"/>
          </a:fillRef>
          <a:effectRef idx="1">
            <a:schemeClr val="dk1"/>
          </a:effectRef>
          <a:fontRef idx="minor">
            <a:schemeClr val="tx1"/>
          </a:fontRef>
        </p:style>
      </p:cxnSp>
      <p:sp>
        <p:nvSpPr>
          <p:cNvPr id="59" name="Rectangle 58">
            <a:extLst>
              <a:ext uri="{FF2B5EF4-FFF2-40B4-BE49-F238E27FC236}">
                <a16:creationId xmlns:a16="http://schemas.microsoft.com/office/drawing/2014/main" id="{B1AE76D8-B375-55A9-EBB6-E2A4454A5E6F}"/>
              </a:ext>
            </a:extLst>
          </p:cNvPr>
          <p:cNvSpPr/>
          <p:nvPr/>
        </p:nvSpPr>
        <p:spPr>
          <a:xfrm>
            <a:off x="7043532" y="4742854"/>
            <a:ext cx="1345096" cy="31867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Hard disk </a:t>
            </a:r>
            <a:endParaRPr lang="en-IN" dirty="0"/>
          </a:p>
        </p:txBody>
      </p:sp>
      <p:sp>
        <p:nvSpPr>
          <p:cNvPr id="60" name="Rectangle 59">
            <a:extLst>
              <a:ext uri="{FF2B5EF4-FFF2-40B4-BE49-F238E27FC236}">
                <a16:creationId xmlns:a16="http://schemas.microsoft.com/office/drawing/2014/main" id="{F090F2C0-BC01-24DA-3C86-B512C8AAAE78}"/>
              </a:ext>
            </a:extLst>
          </p:cNvPr>
          <p:cNvSpPr/>
          <p:nvPr/>
        </p:nvSpPr>
        <p:spPr>
          <a:xfrm>
            <a:off x="3822428" y="6475087"/>
            <a:ext cx="1081708" cy="3205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 sector </a:t>
            </a:r>
            <a:endParaRPr lang="en-IN" dirty="0"/>
          </a:p>
        </p:txBody>
      </p:sp>
      <p:sp>
        <p:nvSpPr>
          <p:cNvPr id="61" name="Rectangle 60">
            <a:extLst>
              <a:ext uri="{FF2B5EF4-FFF2-40B4-BE49-F238E27FC236}">
                <a16:creationId xmlns:a16="http://schemas.microsoft.com/office/drawing/2014/main" id="{A4CE1EB9-0EB3-4AB8-FA2C-D840B2B1F632}"/>
              </a:ext>
            </a:extLst>
          </p:cNvPr>
          <p:cNvSpPr/>
          <p:nvPr/>
        </p:nvSpPr>
        <p:spPr>
          <a:xfrm>
            <a:off x="2794553" y="5609124"/>
            <a:ext cx="1209263" cy="4373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512 Byte </a:t>
            </a:r>
            <a:endParaRPr lang="en-IN" dirty="0"/>
          </a:p>
        </p:txBody>
      </p:sp>
      <p:sp>
        <p:nvSpPr>
          <p:cNvPr id="62" name="Rectangle 61">
            <a:extLst>
              <a:ext uri="{FF2B5EF4-FFF2-40B4-BE49-F238E27FC236}">
                <a16:creationId xmlns:a16="http://schemas.microsoft.com/office/drawing/2014/main" id="{73991806-4DEE-07FB-0A24-B75288ECF4B3}"/>
              </a:ext>
            </a:extLst>
          </p:cNvPr>
          <p:cNvSpPr/>
          <p:nvPr/>
        </p:nvSpPr>
        <p:spPr>
          <a:xfrm>
            <a:off x="324680" y="5609124"/>
            <a:ext cx="1374911" cy="4373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 sector </a:t>
            </a:r>
            <a:endParaRPr lang="en-IN" dirty="0"/>
          </a:p>
        </p:txBody>
      </p:sp>
      <p:cxnSp>
        <p:nvCxnSpPr>
          <p:cNvPr id="64" name="Straight Arrow Connector 63">
            <a:extLst>
              <a:ext uri="{FF2B5EF4-FFF2-40B4-BE49-F238E27FC236}">
                <a16:creationId xmlns:a16="http://schemas.microsoft.com/office/drawing/2014/main" id="{18BF12B1-DA4E-25F2-6F7B-C5AEE7C7B93D}"/>
              </a:ext>
            </a:extLst>
          </p:cNvPr>
          <p:cNvCxnSpPr>
            <a:stCxn id="62" idx="3"/>
            <a:endCxn id="61" idx="1"/>
          </p:cNvCxnSpPr>
          <p:nvPr/>
        </p:nvCxnSpPr>
        <p:spPr>
          <a:xfrm>
            <a:off x="1699591" y="5827785"/>
            <a:ext cx="109496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48005B91-23C4-3F52-61E9-02942F9CA321}"/>
              </a:ext>
            </a:extLst>
          </p:cNvPr>
          <p:cNvCxnSpPr>
            <a:cxnSpLocks/>
          </p:cNvCxnSpPr>
          <p:nvPr/>
        </p:nvCxnSpPr>
        <p:spPr>
          <a:xfrm flipV="1">
            <a:off x="4680921" y="6046446"/>
            <a:ext cx="835713" cy="428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2841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F635-BB7D-9BE5-453A-54F1F63EEC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A2827B-6610-1754-3FAB-9DA96ADD90AB}"/>
              </a:ext>
            </a:extLst>
          </p:cNvPr>
          <p:cNvSpPr txBox="1"/>
          <p:nvPr/>
        </p:nvSpPr>
        <p:spPr>
          <a:xfrm>
            <a:off x="924339" y="226081"/>
            <a:ext cx="8388626" cy="1754326"/>
          </a:xfrm>
          <a:prstGeom prst="rect">
            <a:avLst/>
          </a:prstGeom>
          <a:noFill/>
        </p:spPr>
        <p:txBody>
          <a:bodyPr wrap="square">
            <a:spAutoFit/>
          </a:bodyPr>
          <a:lstStyle/>
          <a:p>
            <a:r>
              <a:rPr lang="en-US" b="1" u="sng" dirty="0"/>
              <a:t>2) Direct Access: </a:t>
            </a:r>
          </a:p>
          <a:p>
            <a:pPr marL="285750" indent="-285750">
              <a:buFont typeface="Arial" panose="020B0604020202020204" pitchFamily="34" charset="0"/>
              <a:buChar char="•"/>
            </a:pPr>
            <a:r>
              <a:rPr lang="en-US" dirty="0"/>
              <a:t>The direct access is mostly required in the case of database systems. </a:t>
            </a:r>
          </a:p>
          <a:p>
            <a:pPr marL="285750" indent="-285750">
              <a:buFont typeface="Arial" panose="020B0604020202020204" pitchFamily="34" charset="0"/>
              <a:buChar char="•"/>
            </a:pPr>
            <a:r>
              <a:rPr lang="en-US" dirty="0"/>
              <a:t>In operating systems, a direct access methods refers to the ability to access data directly by specifying its location, usually through an address or index.</a:t>
            </a:r>
          </a:p>
          <a:p>
            <a:pPr marL="285750" indent="-285750">
              <a:buFont typeface="Arial" panose="020B0604020202020204" pitchFamily="34" charset="0"/>
              <a:buChar char="•"/>
            </a:pPr>
            <a:r>
              <a:rPr lang="en-US" dirty="0"/>
              <a:t> This contrasts with sequential access, where data is accessed in a linear fashion. </a:t>
            </a:r>
            <a:endParaRPr lang="en-IN" dirty="0"/>
          </a:p>
        </p:txBody>
      </p:sp>
      <p:pic>
        <p:nvPicPr>
          <p:cNvPr id="6" name="Picture 5">
            <a:extLst>
              <a:ext uri="{FF2B5EF4-FFF2-40B4-BE49-F238E27FC236}">
                <a16:creationId xmlns:a16="http://schemas.microsoft.com/office/drawing/2014/main" id="{C02EB782-1D29-2154-97EF-44C4302E8CDA}"/>
              </a:ext>
            </a:extLst>
          </p:cNvPr>
          <p:cNvPicPr>
            <a:picLocks noChangeAspect="1"/>
          </p:cNvPicPr>
          <p:nvPr/>
        </p:nvPicPr>
        <p:blipFill>
          <a:blip r:embed="rId2"/>
          <a:srcRect l="32101" t="362" r="23154" b="19928"/>
          <a:stretch>
            <a:fillRect/>
          </a:stretch>
        </p:blipFill>
        <p:spPr>
          <a:xfrm>
            <a:off x="2186609" y="2117035"/>
            <a:ext cx="5625548" cy="4065103"/>
          </a:xfrm>
          <a:prstGeom prst="rect">
            <a:avLst/>
          </a:prstGeom>
        </p:spPr>
      </p:pic>
    </p:spTree>
    <p:extLst>
      <p:ext uri="{BB962C8B-B14F-4D97-AF65-F5344CB8AC3E}">
        <p14:creationId xmlns:p14="http://schemas.microsoft.com/office/powerpoint/2010/main" val="2554552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A87EB-07D5-757C-966E-8CEF55154B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B0E584-F73E-7318-2896-B4859A147F25}"/>
              </a:ext>
            </a:extLst>
          </p:cNvPr>
          <p:cNvSpPr txBox="1"/>
          <p:nvPr/>
        </p:nvSpPr>
        <p:spPr>
          <a:xfrm>
            <a:off x="805069" y="117399"/>
            <a:ext cx="8507895" cy="2031325"/>
          </a:xfrm>
          <a:prstGeom prst="rect">
            <a:avLst/>
          </a:prstGeom>
          <a:noFill/>
        </p:spPr>
        <p:txBody>
          <a:bodyPr wrap="square">
            <a:spAutoFit/>
          </a:bodyPr>
          <a:lstStyle/>
          <a:p>
            <a:r>
              <a:rPr lang="en-US" b="1" u="sng" dirty="0"/>
              <a:t>6.3]  File allocation method: contiguous, Linked, Indexed</a:t>
            </a:r>
          </a:p>
          <a:p>
            <a:r>
              <a:rPr lang="en-US" b="1" u="sng" dirty="0"/>
              <a:t> </a:t>
            </a:r>
          </a:p>
          <a:p>
            <a:r>
              <a:rPr lang="en-US" b="1" u="sng" dirty="0"/>
              <a:t>2) Linked List allocation:- </a:t>
            </a:r>
          </a:p>
          <a:p>
            <a:pPr marL="285750" indent="-285750">
              <a:buFont typeface="Arial" panose="020B0604020202020204" pitchFamily="34" charset="0"/>
              <a:buChar char="•"/>
            </a:pPr>
            <a:r>
              <a:rPr lang="en-US" dirty="0"/>
              <a:t>In linked list allocation, each file is considered as the linked list of disk blocks. However, the </a:t>
            </a:r>
            <a:r>
              <a:rPr lang="en-US" dirty="0" err="1"/>
              <a:t>diskes</a:t>
            </a:r>
            <a:r>
              <a:rPr lang="en-US" dirty="0"/>
              <a:t> blocks allocated to a particular file need not to be contiguous to a file contains on the dist. Each disk block allocated a pointer which points to the next disk block allocated to the same file. </a:t>
            </a:r>
            <a:endParaRPr lang="en-IN" dirty="0"/>
          </a:p>
        </p:txBody>
      </p:sp>
      <p:sp>
        <p:nvSpPr>
          <p:cNvPr id="4" name="Rectangle 3">
            <a:extLst>
              <a:ext uri="{FF2B5EF4-FFF2-40B4-BE49-F238E27FC236}">
                <a16:creationId xmlns:a16="http://schemas.microsoft.com/office/drawing/2014/main" id="{AA32CC33-3CE5-6AF6-661C-EAADD7ADECD4}"/>
              </a:ext>
            </a:extLst>
          </p:cNvPr>
          <p:cNvSpPr/>
          <p:nvPr/>
        </p:nvSpPr>
        <p:spPr>
          <a:xfrm>
            <a:off x="1182757" y="2435087"/>
            <a:ext cx="1192695" cy="129208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t>File Block              1</a:t>
            </a:r>
            <a:endParaRPr lang="en-IN" dirty="0"/>
          </a:p>
        </p:txBody>
      </p:sp>
      <p:sp>
        <p:nvSpPr>
          <p:cNvPr id="5" name="Rectangle 4">
            <a:extLst>
              <a:ext uri="{FF2B5EF4-FFF2-40B4-BE49-F238E27FC236}">
                <a16:creationId xmlns:a16="http://schemas.microsoft.com/office/drawing/2014/main" id="{F293E5F8-B8AA-412E-1EC7-9CAB768DD7F2}"/>
              </a:ext>
            </a:extLst>
          </p:cNvPr>
          <p:cNvSpPr/>
          <p:nvPr/>
        </p:nvSpPr>
        <p:spPr>
          <a:xfrm>
            <a:off x="3079474" y="2435087"/>
            <a:ext cx="1192695" cy="129208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t>File Block 2</a:t>
            </a:r>
            <a:endParaRPr lang="en-IN" dirty="0"/>
          </a:p>
        </p:txBody>
      </p:sp>
      <p:sp>
        <p:nvSpPr>
          <p:cNvPr id="6" name="Rectangle 5">
            <a:extLst>
              <a:ext uri="{FF2B5EF4-FFF2-40B4-BE49-F238E27FC236}">
                <a16:creationId xmlns:a16="http://schemas.microsoft.com/office/drawing/2014/main" id="{50295AA7-5621-6987-7E11-E71CABD13E97}"/>
              </a:ext>
            </a:extLst>
          </p:cNvPr>
          <p:cNvSpPr/>
          <p:nvPr/>
        </p:nvSpPr>
        <p:spPr>
          <a:xfrm>
            <a:off x="4976192" y="2435088"/>
            <a:ext cx="1192695" cy="129208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t>File Block 3</a:t>
            </a:r>
            <a:endParaRPr lang="en-IN" dirty="0"/>
          </a:p>
        </p:txBody>
      </p:sp>
      <p:sp>
        <p:nvSpPr>
          <p:cNvPr id="7" name="Rectangle 6">
            <a:extLst>
              <a:ext uri="{FF2B5EF4-FFF2-40B4-BE49-F238E27FC236}">
                <a16:creationId xmlns:a16="http://schemas.microsoft.com/office/drawing/2014/main" id="{C31D155C-4A2A-E592-3EC1-F8F51F7831CD}"/>
              </a:ext>
            </a:extLst>
          </p:cNvPr>
          <p:cNvSpPr/>
          <p:nvPr/>
        </p:nvSpPr>
        <p:spPr>
          <a:xfrm>
            <a:off x="7066722" y="2435088"/>
            <a:ext cx="1192695" cy="129208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t>File Block 4</a:t>
            </a:r>
            <a:endParaRPr lang="en-IN" dirty="0"/>
          </a:p>
        </p:txBody>
      </p:sp>
      <p:cxnSp>
        <p:nvCxnSpPr>
          <p:cNvPr id="9" name="Straight Connector 8">
            <a:extLst>
              <a:ext uri="{FF2B5EF4-FFF2-40B4-BE49-F238E27FC236}">
                <a16:creationId xmlns:a16="http://schemas.microsoft.com/office/drawing/2014/main" id="{FA3B8D81-81C6-A828-6EE8-3CA2D1731945}"/>
              </a:ext>
            </a:extLst>
          </p:cNvPr>
          <p:cNvCxnSpPr/>
          <p:nvPr/>
        </p:nvCxnSpPr>
        <p:spPr>
          <a:xfrm>
            <a:off x="1182757" y="2862470"/>
            <a:ext cx="1192695" cy="0"/>
          </a:xfrm>
          <a:prstGeom prst="line">
            <a:avLst/>
          </a:prstGeom>
          <a:ln/>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FC18AD73-903A-EC7B-C3CC-473C504C7476}"/>
              </a:ext>
            </a:extLst>
          </p:cNvPr>
          <p:cNvCxnSpPr/>
          <p:nvPr/>
        </p:nvCxnSpPr>
        <p:spPr>
          <a:xfrm>
            <a:off x="7066722" y="2905540"/>
            <a:ext cx="1192695"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552010EE-A27A-97D2-0B11-D87F11C3447A}"/>
              </a:ext>
            </a:extLst>
          </p:cNvPr>
          <p:cNvCxnSpPr/>
          <p:nvPr/>
        </p:nvCxnSpPr>
        <p:spPr>
          <a:xfrm>
            <a:off x="4976192" y="2862470"/>
            <a:ext cx="1192695"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0E291614-27EB-070C-9E55-6B9C383AEAAD}"/>
              </a:ext>
            </a:extLst>
          </p:cNvPr>
          <p:cNvCxnSpPr/>
          <p:nvPr/>
        </p:nvCxnSpPr>
        <p:spPr>
          <a:xfrm>
            <a:off x="3079474" y="2862470"/>
            <a:ext cx="1192695" cy="0"/>
          </a:xfrm>
          <a:prstGeom prst="line">
            <a:avLst/>
          </a:prstGeom>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3254C1AF-CF92-C293-3369-BF3FA49BA951}"/>
              </a:ext>
            </a:extLst>
          </p:cNvPr>
          <p:cNvCxnSpPr/>
          <p:nvPr/>
        </p:nvCxnSpPr>
        <p:spPr>
          <a:xfrm>
            <a:off x="2375452" y="2653748"/>
            <a:ext cx="70402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E8F923F3-C785-E3A6-EACF-18168CCCE0D3}"/>
              </a:ext>
            </a:extLst>
          </p:cNvPr>
          <p:cNvCxnSpPr/>
          <p:nvPr/>
        </p:nvCxnSpPr>
        <p:spPr>
          <a:xfrm>
            <a:off x="4272170" y="2663687"/>
            <a:ext cx="70402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CB6B6B4B-209D-8C8B-3E81-5F4663B7C712}"/>
              </a:ext>
            </a:extLst>
          </p:cNvPr>
          <p:cNvCxnSpPr>
            <a:cxnSpLocks/>
          </p:cNvCxnSpPr>
          <p:nvPr/>
        </p:nvCxnSpPr>
        <p:spPr>
          <a:xfrm flipV="1">
            <a:off x="6168887" y="2653748"/>
            <a:ext cx="897835" cy="99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D6034F3B-C674-B715-45AB-B9008B09413E}"/>
              </a:ext>
            </a:extLst>
          </p:cNvPr>
          <p:cNvSpPr/>
          <p:nvPr/>
        </p:nvSpPr>
        <p:spPr>
          <a:xfrm>
            <a:off x="1321904" y="3855449"/>
            <a:ext cx="914400" cy="3161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a:t>
            </a:r>
            <a:endParaRPr lang="en-IN" dirty="0"/>
          </a:p>
        </p:txBody>
      </p:sp>
      <p:sp>
        <p:nvSpPr>
          <p:cNvPr id="20" name="Rectangle 19">
            <a:extLst>
              <a:ext uri="{FF2B5EF4-FFF2-40B4-BE49-F238E27FC236}">
                <a16:creationId xmlns:a16="http://schemas.microsoft.com/office/drawing/2014/main" id="{B8A427F5-BF6E-6C9A-D166-8535344C3684}"/>
              </a:ext>
            </a:extLst>
          </p:cNvPr>
          <p:cNvSpPr/>
          <p:nvPr/>
        </p:nvSpPr>
        <p:spPr>
          <a:xfrm>
            <a:off x="7273789" y="3855448"/>
            <a:ext cx="914400" cy="3161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endParaRPr lang="en-IN" dirty="0"/>
          </a:p>
        </p:txBody>
      </p:sp>
      <p:sp>
        <p:nvSpPr>
          <p:cNvPr id="21" name="Rectangle 20">
            <a:extLst>
              <a:ext uri="{FF2B5EF4-FFF2-40B4-BE49-F238E27FC236}">
                <a16:creationId xmlns:a16="http://schemas.microsoft.com/office/drawing/2014/main" id="{7AA62808-E104-C8FD-6664-BFF1C0A2347F}"/>
              </a:ext>
            </a:extLst>
          </p:cNvPr>
          <p:cNvSpPr/>
          <p:nvPr/>
        </p:nvSpPr>
        <p:spPr>
          <a:xfrm>
            <a:off x="3099352" y="3837442"/>
            <a:ext cx="914400" cy="3161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endParaRPr lang="en-IN" dirty="0"/>
          </a:p>
        </p:txBody>
      </p:sp>
      <p:sp>
        <p:nvSpPr>
          <p:cNvPr id="22" name="Rectangle 21">
            <a:extLst>
              <a:ext uri="{FF2B5EF4-FFF2-40B4-BE49-F238E27FC236}">
                <a16:creationId xmlns:a16="http://schemas.microsoft.com/office/drawing/2014/main" id="{68904F57-367C-9C85-7504-AFE36FB93FA0}"/>
              </a:ext>
            </a:extLst>
          </p:cNvPr>
          <p:cNvSpPr/>
          <p:nvPr/>
        </p:nvSpPr>
        <p:spPr>
          <a:xfrm>
            <a:off x="5115339" y="3836508"/>
            <a:ext cx="914400" cy="3161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10</a:t>
            </a:r>
            <a:endParaRPr lang="en-IN" dirty="0"/>
          </a:p>
        </p:txBody>
      </p:sp>
    </p:spTree>
    <p:extLst>
      <p:ext uri="{BB962C8B-B14F-4D97-AF65-F5344CB8AC3E}">
        <p14:creationId xmlns:p14="http://schemas.microsoft.com/office/powerpoint/2010/main" val="175722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98B0A-0FB8-FA7D-70DB-30208F91F56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D6B846F-130D-0DDF-75F2-F737A77BDCF1}"/>
              </a:ext>
            </a:extLst>
          </p:cNvPr>
          <p:cNvSpPr txBox="1"/>
          <p:nvPr/>
        </p:nvSpPr>
        <p:spPr>
          <a:xfrm>
            <a:off x="914398" y="166447"/>
            <a:ext cx="8468139" cy="1754326"/>
          </a:xfrm>
          <a:prstGeom prst="rect">
            <a:avLst/>
          </a:prstGeom>
          <a:noFill/>
        </p:spPr>
        <p:txBody>
          <a:bodyPr wrap="square">
            <a:spAutoFit/>
          </a:bodyPr>
          <a:lstStyle/>
          <a:p>
            <a:pPr marL="285750" indent="-285750">
              <a:buFont typeface="Wingdings" panose="05000000000000000000" pitchFamily="2" charset="2"/>
              <a:buChar char="v"/>
            </a:pPr>
            <a:r>
              <a:rPr lang="en-US" b="1" u="sng" dirty="0"/>
              <a:t>Advantages :-</a:t>
            </a:r>
          </a:p>
          <a:p>
            <a:endParaRPr lang="en-US" b="1" u="sng" dirty="0"/>
          </a:p>
          <a:p>
            <a:pPr marL="342900" indent="-342900">
              <a:buAutoNum type="arabicParenR"/>
            </a:pPr>
            <a:r>
              <a:rPr lang="en-US" dirty="0"/>
              <a:t>There is no external external fragmentation with linked allocation  </a:t>
            </a:r>
          </a:p>
          <a:p>
            <a:pPr marL="342900" indent="-342900">
              <a:buAutoNum type="arabicParenR"/>
            </a:pPr>
            <a:r>
              <a:rPr lang="en-US" dirty="0"/>
              <a:t>Any Free block can be utilized in order to satisfy the file block request </a:t>
            </a:r>
          </a:p>
          <a:p>
            <a:pPr marL="342900" indent="-342900">
              <a:buAutoNum type="arabicParenR"/>
            </a:pPr>
            <a:r>
              <a:rPr lang="en-US" dirty="0"/>
              <a:t>file can continue to grow as long as the free blocks are available. </a:t>
            </a:r>
          </a:p>
          <a:p>
            <a:pPr marL="342900" indent="-342900">
              <a:buAutoNum type="arabicParenR"/>
            </a:pPr>
            <a:r>
              <a:rPr lang="en-US" dirty="0"/>
              <a:t>Directory entry will only contain the starting block address</a:t>
            </a:r>
            <a:endParaRPr lang="en-IN" dirty="0"/>
          </a:p>
        </p:txBody>
      </p:sp>
      <p:sp>
        <p:nvSpPr>
          <p:cNvPr id="8" name="TextBox 7">
            <a:extLst>
              <a:ext uri="{FF2B5EF4-FFF2-40B4-BE49-F238E27FC236}">
                <a16:creationId xmlns:a16="http://schemas.microsoft.com/office/drawing/2014/main" id="{982596FD-F71A-BE5E-D2A3-12A2687B1DD1}"/>
              </a:ext>
            </a:extLst>
          </p:cNvPr>
          <p:cNvSpPr txBox="1"/>
          <p:nvPr/>
        </p:nvSpPr>
        <p:spPr>
          <a:xfrm>
            <a:off x="914397" y="2103928"/>
            <a:ext cx="8468139" cy="2031325"/>
          </a:xfrm>
          <a:prstGeom prst="rect">
            <a:avLst/>
          </a:prstGeom>
          <a:noFill/>
        </p:spPr>
        <p:txBody>
          <a:bodyPr wrap="square">
            <a:spAutoFit/>
          </a:bodyPr>
          <a:lstStyle/>
          <a:p>
            <a:pPr marL="285750" indent="-285750">
              <a:buFont typeface="Wingdings" panose="05000000000000000000" pitchFamily="2" charset="2"/>
              <a:buChar char="v"/>
            </a:pPr>
            <a:r>
              <a:rPr lang="en-US" b="1" u="sng" dirty="0"/>
              <a:t>Disadvantages :- </a:t>
            </a:r>
          </a:p>
          <a:p>
            <a:endParaRPr lang="en-US" b="1" u="sng" dirty="0"/>
          </a:p>
          <a:p>
            <a:pPr marL="342900" indent="-342900">
              <a:buAutoNum type="arabicParenR"/>
            </a:pPr>
            <a:r>
              <a:rPr lang="en-US" dirty="0"/>
              <a:t>Random Access is not provided </a:t>
            </a:r>
          </a:p>
          <a:p>
            <a:pPr marL="342900" indent="-342900">
              <a:buAutoNum type="arabicParenR"/>
            </a:pPr>
            <a:r>
              <a:rPr lang="en-US" dirty="0"/>
              <a:t>Pointers require some space in the disk blocks</a:t>
            </a:r>
          </a:p>
          <a:p>
            <a:pPr marL="342900" indent="-342900">
              <a:buAutoNum type="arabicParenR"/>
            </a:pPr>
            <a:r>
              <a:rPr lang="en-US" dirty="0"/>
              <a:t>Any of the pointers in the linked list must not be broken otherwise the file will get corrupted </a:t>
            </a:r>
          </a:p>
          <a:p>
            <a:pPr marL="342900" indent="-342900">
              <a:buAutoNum type="arabicParenR"/>
            </a:pPr>
            <a:r>
              <a:rPr lang="en-US" dirty="0"/>
              <a:t>Need to traverse each block. </a:t>
            </a:r>
            <a:endParaRPr lang="en-IN" dirty="0"/>
          </a:p>
        </p:txBody>
      </p:sp>
      <p:sp>
        <p:nvSpPr>
          <p:cNvPr id="10" name="TextBox 9">
            <a:extLst>
              <a:ext uri="{FF2B5EF4-FFF2-40B4-BE49-F238E27FC236}">
                <a16:creationId xmlns:a16="http://schemas.microsoft.com/office/drawing/2014/main" id="{CFAA997B-526B-A055-18CC-FB97D3A9BEE3}"/>
              </a:ext>
            </a:extLst>
          </p:cNvPr>
          <p:cNvSpPr txBox="1"/>
          <p:nvPr/>
        </p:nvSpPr>
        <p:spPr>
          <a:xfrm>
            <a:off x="914397" y="4348226"/>
            <a:ext cx="7543804" cy="2031325"/>
          </a:xfrm>
          <a:prstGeom prst="rect">
            <a:avLst/>
          </a:prstGeom>
          <a:noFill/>
        </p:spPr>
        <p:txBody>
          <a:bodyPr wrap="square">
            <a:spAutoFit/>
          </a:bodyPr>
          <a:lstStyle/>
          <a:p>
            <a:r>
              <a:rPr lang="en-US" b="1" u="sng" dirty="0"/>
              <a:t>3) Indexed Allocation :-</a:t>
            </a:r>
          </a:p>
          <a:p>
            <a:r>
              <a:rPr lang="en-US" dirty="0"/>
              <a:t> </a:t>
            </a:r>
          </a:p>
          <a:p>
            <a:pPr marL="285750" indent="-285750">
              <a:buFont typeface="Arial" panose="020B0604020202020204" pitchFamily="34" charset="0"/>
              <a:buChar char="•"/>
            </a:pPr>
            <a:r>
              <a:rPr lang="en-US" dirty="0"/>
              <a:t>Indexed allocation scheme stores all the disk pointers in one of the blocks called indexed block. </a:t>
            </a:r>
          </a:p>
          <a:p>
            <a:pPr marL="285750" indent="-285750">
              <a:buFont typeface="Arial" panose="020B0604020202020204" pitchFamily="34" charset="0"/>
              <a:buChar char="•"/>
            </a:pPr>
            <a:r>
              <a:rPr lang="en-US" dirty="0"/>
              <a:t>Indexed block doesn't hold the file data, but it holds the pointers to all the disk blocks allocated to that particular file. Directory entry will only contain the index block address. </a:t>
            </a:r>
            <a:endParaRPr lang="en-IN" dirty="0"/>
          </a:p>
        </p:txBody>
      </p:sp>
    </p:spTree>
    <p:extLst>
      <p:ext uri="{BB962C8B-B14F-4D97-AF65-F5344CB8AC3E}">
        <p14:creationId xmlns:p14="http://schemas.microsoft.com/office/powerpoint/2010/main" val="672617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26519-E8EA-74F7-545D-D3EBECE2039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EE66DA7-5DC2-D091-31A1-D059AE856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469" y="86553"/>
            <a:ext cx="7056783" cy="26765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B5189A-BBA6-1F36-1B6C-0B42C79B2D48}"/>
              </a:ext>
            </a:extLst>
          </p:cNvPr>
          <p:cNvSpPr txBox="1"/>
          <p:nvPr/>
        </p:nvSpPr>
        <p:spPr>
          <a:xfrm>
            <a:off x="859734" y="2904532"/>
            <a:ext cx="8776252" cy="1200329"/>
          </a:xfrm>
          <a:prstGeom prst="rect">
            <a:avLst/>
          </a:prstGeom>
          <a:noFill/>
        </p:spPr>
        <p:txBody>
          <a:bodyPr wrap="square">
            <a:spAutoFit/>
          </a:bodyPr>
          <a:lstStyle/>
          <a:p>
            <a:pPr marL="285750" indent="-285750">
              <a:buFont typeface="Wingdings" panose="05000000000000000000" pitchFamily="2" charset="2"/>
              <a:buChar char="v"/>
            </a:pPr>
            <a:r>
              <a:rPr lang="en-US" b="1" u="sng" dirty="0"/>
              <a:t>Advantages :- </a:t>
            </a:r>
          </a:p>
          <a:p>
            <a:endParaRPr lang="en-US" dirty="0"/>
          </a:p>
          <a:p>
            <a:pPr marL="342900" indent="-342900">
              <a:buFont typeface="+mj-lt"/>
              <a:buAutoNum type="arabicPeriod"/>
            </a:pPr>
            <a:r>
              <a:rPr lang="en-US" dirty="0"/>
              <a:t>support direct access</a:t>
            </a:r>
          </a:p>
          <a:p>
            <a:pPr marL="342900" indent="-342900">
              <a:buFont typeface="+mj-lt"/>
              <a:buAutoNum type="arabicPeriod"/>
            </a:pPr>
            <a:r>
              <a:rPr lang="en-US" dirty="0"/>
              <a:t>A bad data block causes the lost of only that block</a:t>
            </a:r>
            <a:endParaRPr lang="en-IN" dirty="0"/>
          </a:p>
        </p:txBody>
      </p:sp>
      <p:sp>
        <p:nvSpPr>
          <p:cNvPr id="7" name="TextBox 6">
            <a:extLst>
              <a:ext uri="{FF2B5EF4-FFF2-40B4-BE49-F238E27FC236}">
                <a16:creationId xmlns:a16="http://schemas.microsoft.com/office/drawing/2014/main" id="{47987CC6-8FE8-65C5-5082-B77067BC8999}"/>
              </a:ext>
            </a:extLst>
          </p:cNvPr>
          <p:cNvSpPr txBox="1"/>
          <p:nvPr/>
        </p:nvSpPr>
        <p:spPr>
          <a:xfrm>
            <a:off x="859734" y="4246314"/>
            <a:ext cx="8532744" cy="1754326"/>
          </a:xfrm>
          <a:prstGeom prst="rect">
            <a:avLst/>
          </a:prstGeom>
          <a:noFill/>
        </p:spPr>
        <p:txBody>
          <a:bodyPr wrap="square">
            <a:spAutoFit/>
          </a:bodyPr>
          <a:lstStyle/>
          <a:p>
            <a:pPr marL="285750" indent="-285750">
              <a:buFont typeface="Wingdings" panose="05000000000000000000" pitchFamily="2" charset="2"/>
              <a:buChar char="v"/>
            </a:pPr>
            <a:r>
              <a:rPr lang="en-US" b="1" u="sng" dirty="0"/>
              <a:t>Disadvantage :-</a:t>
            </a:r>
          </a:p>
          <a:p>
            <a:endParaRPr lang="en-US" dirty="0"/>
          </a:p>
          <a:p>
            <a:r>
              <a:rPr lang="en-US" dirty="0"/>
              <a:t>1) A bad index block could cause the lost of entre file </a:t>
            </a:r>
          </a:p>
          <a:p>
            <a:r>
              <a:rPr lang="en-US" dirty="0"/>
              <a:t>2) size of a file depends upon the number of pointers, a index block can hold. </a:t>
            </a:r>
          </a:p>
          <a:p>
            <a:r>
              <a:rPr lang="en-US" dirty="0"/>
              <a:t>3) Having an index block for a small file is totally wastage</a:t>
            </a:r>
          </a:p>
          <a:p>
            <a:r>
              <a:rPr lang="en-US" dirty="0"/>
              <a:t>4) More pointer overhead</a:t>
            </a:r>
            <a:endParaRPr lang="en-IN" dirty="0"/>
          </a:p>
        </p:txBody>
      </p:sp>
    </p:spTree>
    <p:extLst>
      <p:ext uri="{BB962C8B-B14F-4D97-AF65-F5344CB8AC3E}">
        <p14:creationId xmlns:p14="http://schemas.microsoft.com/office/powerpoint/2010/main" val="1875288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C1DF7-75B6-E9D7-2165-53BC60FCC2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D796B8-4805-701D-B050-549860E3230A}"/>
              </a:ext>
            </a:extLst>
          </p:cNvPr>
          <p:cNvSpPr txBox="1"/>
          <p:nvPr/>
        </p:nvSpPr>
        <p:spPr>
          <a:xfrm>
            <a:off x="1003851" y="71167"/>
            <a:ext cx="8189844" cy="2308324"/>
          </a:xfrm>
          <a:prstGeom prst="rect">
            <a:avLst/>
          </a:prstGeom>
          <a:noFill/>
        </p:spPr>
        <p:txBody>
          <a:bodyPr wrap="square">
            <a:spAutoFit/>
          </a:bodyPr>
          <a:lstStyle/>
          <a:p>
            <a:r>
              <a:rPr lang="en-US" b="1" u="sng" dirty="0"/>
              <a:t>6.4] Directory structure :- single Level, Two-level :-</a:t>
            </a:r>
          </a:p>
          <a:p>
            <a:endParaRPr lang="en-US" dirty="0"/>
          </a:p>
          <a:p>
            <a:pPr marL="285750" indent="-285750">
              <a:buFont typeface="Wingdings" panose="05000000000000000000" pitchFamily="2" charset="2"/>
              <a:buChar char="Ø"/>
            </a:pPr>
            <a:r>
              <a:rPr lang="en-US" b="1" u="sng" dirty="0"/>
              <a:t>What is directory? </a:t>
            </a:r>
          </a:p>
          <a:p>
            <a:endParaRPr lang="en-US" dirty="0"/>
          </a:p>
          <a:p>
            <a:pPr marL="400050" indent="-400050">
              <a:buFont typeface="+mj-lt"/>
              <a:buAutoNum type="romanUcPeriod"/>
            </a:pPr>
            <a:r>
              <a:rPr lang="en-US" dirty="0"/>
              <a:t>Directory can be defined as the listing of the related files on the disk </a:t>
            </a:r>
          </a:p>
          <a:p>
            <a:pPr marL="400050" indent="-400050">
              <a:buFont typeface="+mj-lt"/>
              <a:buAutoNum type="romanUcPeriod"/>
            </a:pPr>
            <a:r>
              <a:rPr lang="en-US" dirty="0"/>
              <a:t>The directory may store same or the entire file attributes.</a:t>
            </a:r>
          </a:p>
          <a:p>
            <a:pPr marL="400050" indent="-400050">
              <a:buFont typeface="+mj-lt"/>
              <a:buAutoNum type="romanUcPeriod"/>
            </a:pPr>
            <a:r>
              <a:rPr lang="en-US" dirty="0"/>
              <a:t>A directory can be viewed as a file which contains the meta data of the bunch of files.</a:t>
            </a:r>
            <a:endParaRPr lang="en-IN" dirty="0"/>
          </a:p>
        </p:txBody>
      </p:sp>
      <p:graphicFrame>
        <p:nvGraphicFramePr>
          <p:cNvPr id="6" name="Table 5">
            <a:extLst>
              <a:ext uri="{FF2B5EF4-FFF2-40B4-BE49-F238E27FC236}">
                <a16:creationId xmlns:a16="http://schemas.microsoft.com/office/drawing/2014/main" id="{E4F33147-A417-020D-8DF4-5377235FA25A}"/>
              </a:ext>
            </a:extLst>
          </p:cNvPr>
          <p:cNvGraphicFramePr>
            <a:graphicFrameLocks noGrp="1"/>
          </p:cNvGraphicFramePr>
          <p:nvPr>
            <p:extLst>
              <p:ext uri="{D42A27DB-BD31-4B8C-83A1-F6EECF244321}">
                <p14:modId xmlns:p14="http://schemas.microsoft.com/office/powerpoint/2010/main" val="4234568453"/>
              </p:ext>
            </p:extLst>
          </p:nvPr>
        </p:nvGraphicFramePr>
        <p:xfrm>
          <a:off x="2519571" y="3152199"/>
          <a:ext cx="1769166" cy="2564295"/>
        </p:xfrm>
        <a:graphic>
          <a:graphicData uri="http://schemas.openxmlformats.org/drawingml/2006/table">
            <a:tbl>
              <a:tblPr firstRow="1" bandRow="1">
                <a:tableStyleId>{5940675A-B579-460E-94D1-54222C63F5DA}</a:tableStyleId>
              </a:tblPr>
              <a:tblGrid>
                <a:gridCol w="1769166">
                  <a:extLst>
                    <a:ext uri="{9D8B030D-6E8A-4147-A177-3AD203B41FA5}">
                      <a16:colId xmlns:a16="http://schemas.microsoft.com/office/drawing/2014/main" val="4146076186"/>
                    </a:ext>
                  </a:extLst>
                </a:gridCol>
              </a:tblGrid>
              <a:tr h="463496">
                <a:tc>
                  <a:txBody>
                    <a:bodyPr/>
                    <a:lstStyle/>
                    <a:p>
                      <a:pPr algn="ctr"/>
                      <a:r>
                        <a:rPr lang="en-US" dirty="0"/>
                        <a:t>Directory</a:t>
                      </a:r>
                      <a:endParaRPr lang="en-IN" dirty="0"/>
                    </a:p>
                  </a:txBody>
                  <a:tcPr anchor="ctr"/>
                </a:tc>
                <a:extLst>
                  <a:ext uri="{0D108BD9-81ED-4DB2-BD59-A6C34878D82A}">
                    <a16:rowId xmlns:a16="http://schemas.microsoft.com/office/drawing/2014/main" val="3576666493"/>
                  </a:ext>
                </a:extLst>
              </a:tr>
              <a:tr h="908453">
                <a:tc>
                  <a:txBody>
                    <a:bodyPr/>
                    <a:lstStyle/>
                    <a:p>
                      <a:pPr algn="ctr"/>
                      <a:r>
                        <a:rPr lang="en-US" dirty="0"/>
                        <a:t>Files</a:t>
                      </a:r>
                      <a:endParaRPr lang="en-IN" dirty="0"/>
                    </a:p>
                  </a:txBody>
                  <a:tcPr anchor="ctr"/>
                </a:tc>
                <a:extLst>
                  <a:ext uri="{0D108BD9-81ED-4DB2-BD59-A6C34878D82A}">
                    <a16:rowId xmlns:a16="http://schemas.microsoft.com/office/drawing/2014/main" val="3728325904"/>
                  </a:ext>
                </a:extLst>
              </a:tr>
              <a:tr h="423693">
                <a:tc>
                  <a:txBody>
                    <a:bodyPr/>
                    <a:lstStyle/>
                    <a:p>
                      <a:pPr algn="ctr"/>
                      <a:r>
                        <a:rPr lang="en-US" dirty="0"/>
                        <a:t>Directory</a:t>
                      </a:r>
                      <a:endParaRPr lang="en-IN" dirty="0"/>
                    </a:p>
                  </a:txBody>
                  <a:tcPr anchor="ctr"/>
                </a:tc>
                <a:extLst>
                  <a:ext uri="{0D108BD9-81ED-4DB2-BD59-A6C34878D82A}">
                    <a16:rowId xmlns:a16="http://schemas.microsoft.com/office/drawing/2014/main" val="3078087075"/>
                  </a:ext>
                </a:extLst>
              </a:tr>
              <a:tr h="768653">
                <a:tc>
                  <a:txBody>
                    <a:bodyPr/>
                    <a:lstStyle/>
                    <a:p>
                      <a:pPr algn="ctr"/>
                      <a:r>
                        <a:rPr lang="en-US" dirty="0"/>
                        <a:t>Files</a:t>
                      </a:r>
                      <a:endParaRPr lang="en-IN" dirty="0"/>
                    </a:p>
                  </a:txBody>
                  <a:tcPr anchor="ctr"/>
                </a:tc>
                <a:extLst>
                  <a:ext uri="{0D108BD9-81ED-4DB2-BD59-A6C34878D82A}">
                    <a16:rowId xmlns:a16="http://schemas.microsoft.com/office/drawing/2014/main" val="992749667"/>
                  </a:ext>
                </a:extLst>
              </a:tr>
            </a:tbl>
          </a:graphicData>
        </a:graphic>
      </p:graphicFrame>
      <p:cxnSp>
        <p:nvCxnSpPr>
          <p:cNvPr id="8" name="Straight Connector 7">
            <a:extLst>
              <a:ext uri="{FF2B5EF4-FFF2-40B4-BE49-F238E27FC236}">
                <a16:creationId xmlns:a16="http://schemas.microsoft.com/office/drawing/2014/main" id="{72F709C0-22AB-175A-E324-6396791E34DA}"/>
              </a:ext>
            </a:extLst>
          </p:cNvPr>
          <p:cNvCxnSpPr/>
          <p:nvPr/>
        </p:nvCxnSpPr>
        <p:spPr>
          <a:xfrm flipH="1">
            <a:off x="2032553" y="3429000"/>
            <a:ext cx="487018" cy="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8D01AB7B-506E-F685-0A0F-44058D4BE296}"/>
              </a:ext>
            </a:extLst>
          </p:cNvPr>
          <p:cNvCxnSpPr>
            <a:cxnSpLocks/>
          </p:cNvCxnSpPr>
          <p:nvPr/>
        </p:nvCxnSpPr>
        <p:spPr>
          <a:xfrm>
            <a:off x="2008179" y="3429000"/>
            <a:ext cx="0" cy="1323216"/>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16052118-28DD-5C54-96F6-5972CF66A048}"/>
              </a:ext>
            </a:extLst>
          </p:cNvPr>
          <p:cNvCxnSpPr>
            <a:cxnSpLocks/>
          </p:cNvCxnSpPr>
          <p:nvPr/>
        </p:nvCxnSpPr>
        <p:spPr>
          <a:xfrm flipV="1">
            <a:off x="4775755" y="4752216"/>
            <a:ext cx="0" cy="695666"/>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24673B0A-5DC7-4211-67E0-1F11C1198D8A}"/>
              </a:ext>
            </a:extLst>
          </p:cNvPr>
          <p:cNvCxnSpPr/>
          <p:nvPr/>
        </p:nvCxnSpPr>
        <p:spPr>
          <a:xfrm flipH="1">
            <a:off x="2008179" y="4752216"/>
            <a:ext cx="487018"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C7E81947-6855-C61B-7576-517103C65B15}"/>
              </a:ext>
            </a:extLst>
          </p:cNvPr>
          <p:cNvCxnSpPr/>
          <p:nvPr/>
        </p:nvCxnSpPr>
        <p:spPr>
          <a:xfrm flipH="1">
            <a:off x="4288737" y="5444423"/>
            <a:ext cx="487018"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23404AAB-F3B4-57F4-65C0-91BDDA34FB5B}"/>
              </a:ext>
            </a:extLst>
          </p:cNvPr>
          <p:cNvCxnSpPr/>
          <p:nvPr/>
        </p:nvCxnSpPr>
        <p:spPr>
          <a:xfrm flipH="1">
            <a:off x="4288737" y="4752216"/>
            <a:ext cx="487018" cy="0"/>
          </a:xfrm>
          <a:prstGeom prst="line">
            <a:avLst/>
          </a:prstGeom>
        </p:spPr>
        <p:style>
          <a:lnRef idx="2">
            <a:schemeClr val="dk1"/>
          </a:lnRef>
          <a:fillRef idx="0">
            <a:schemeClr val="dk1"/>
          </a:fillRef>
          <a:effectRef idx="1">
            <a:schemeClr val="dk1"/>
          </a:effectRef>
          <a:fontRef idx="minor">
            <a:schemeClr val="tx1"/>
          </a:fontRef>
        </p:style>
      </p:cxnSp>
      <p:sp>
        <p:nvSpPr>
          <p:cNvPr id="18" name="Rectangle 17">
            <a:extLst>
              <a:ext uri="{FF2B5EF4-FFF2-40B4-BE49-F238E27FC236}">
                <a16:creationId xmlns:a16="http://schemas.microsoft.com/office/drawing/2014/main" id="{CBB00862-16D9-C61A-4606-DF2FFC94FF38}"/>
              </a:ext>
            </a:extLst>
          </p:cNvPr>
          <p:cNvSpPr/>
          <p:nvPr/>
        </p:nvSpPr>
        <p:spPr>
          <a:xfrm>
            <a:off x="5023084" y="4974417"/>
            <a:ext cx="1555476" cy="2512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Partition 2</a:t>
            </a:r>
            <a:endParaRPr lang="en-IN" dirty="0"/>
          </a:p>
        </p:txBody>
      </p:sp>
      <p:sp>
        <p:nvSpPr>
          <p:cNvPr id="20" name="Rectangle 19">
            <a:extLst>
              <a:ext uri="{FF2B5EF4-FFF2-40B4-BE49-F238E27FC236}">
                <a16:creationId xmlns:a16="http://schemas.microsoft.com/office/drawing/2014/main" id="{60590828-CCAD-ACAD-9393-4679397988D4}"/>
              </a:ext>
            </a:extLst>
          </p:cNvPr>
          <p:cNvSpPr/>
          <p:nvPr/>
        </p:nvSpPr>
        <p:spPr>
          <a:xfrm>
            <a:off x="527009" y="4087473"/>
            <a:ext cx="1320250" cy="2885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Partition 1</a:t>
            </a:r>
            <a:endParaRPr lang="en-IN" dirty="0"/>
          </a:p>
        </p:txBody>
      </p:sp>
      <p:sp>
        <p:nvSpPr>
          <p:cNvPr id="22" name="Rectangle 21">
            <a:extLst>
              <a:ext uri="{FF2B5EF4-FFF2-40B4-BE49-F238E27FC236}">
                <a16:creationId xmlns:a16="http://schemas.microsoft.com/office/drawing/2014/main" id="{6F6AA411-3C04-50A6-E5D6-56DA9E0030BB}"/>
              </a:ext>
            </a:extLst>
          </p:cNvPr>
          <p:cNvSpPr/>
          <p:nvPr/>
        </p:nvSpPr>
        <p:spPr>
          <a:xfrm>
            <a:off x="2626416" y="5797325"/>
            <a:ext cx="1555476" cy="2512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Storage </a:t>
            </a:r>
            <a:endParaRPr lang="en-IN" dirty="0"/>
          </a:p>
        </p:txBody>
      </p:sp>
      <p:graphicFrame>
        <p:nvGraphicFramePr>
          <p:cNvPr id="23" name="Table 22">
            <a:extLst>
              <a:ext uri="{FF2B5EF4-FFF2-40B4-BE49-F238E27FC236}">
                <a16:creationId xmlns:a16="http://schemas.microsoft.com/office/drawing/2014/main" id="{BC21EF1C-4095-A592-8549-698324017BA6}"/>
              </a:ext>
            </a:extLst>
          </p:cNvPr>
          <p:cNvGraphicFramePr>
            <a:graphicFrameLocks noGrp="1"/>
          </p:cNvGraphicFramePr>
          <p:nvPr>
            <p:extLst>
              <p:ext uri="{D42A27DB-BD31-4B8C-83A1-F6EECF244321}">
                <p14:modId xmlns:p14="http://schemas.microsoft.com/office/powerpoint/2010/main" val="2179092395"/>
              </p:ext>
            </p:extLst>
          </p:nvPr>
        </p:nvGraphicFramePr>
        <p:xfrm>
          <a:off x="5353561" y="2902855"/>
          <a:ext cx="3576428" cy="1473200"/>
        </p:xfrm>
        <a:graphic>
          <a:graphicData uri="http://schemas.openxmlformats.org/drawingml/2006/table">
            <a:tbl>
              <a:tblPr firstRow="1" bandRow="1">
                <a:tableStyleId>{5940675A-B579-460E-94D1-54222C63F5DA}</a:tableStyleId>
              </a:tblPr>
              <a:tblGrid>
                <a:gridCol w="894107">
                  <a:extLst>
                    <a:ext uri="{9D8B030D-6E8A-4147-A177-3AD203B41FA5}">
                      <a16:colId xmlns:a16="http://schemas.microsoft.com/office/drawing/2014/main" val="3007837378"/>
                    </a:ext>
                  </a:extLst>
                </a:gridCol>
                <a:gridCol w="894107">
                  <a:extLst>
                    <a:ext uri="{9D8B030D-6E8A-4147-A177-3AD203B41FA5}">
                      <a16:colId xmlns:a16="http://schemas.microsoft.com/office/drawing/2014/main" val="3332790732"/>
                    </a:ext>
                  </a:extLst>
                </a:gridCol>
                <a:gridCol w="889042">
                  <a:extLst>
                    <a:ext uri="{9D8B030D-6E8A-4147-A177-3AD203B41FA5}">
                      <a16:colId xmlns:a16="http://schemas.microsoft.com/office/drawing/2014/main" val="1407358816"/>
                    </a:ext>
                  </a:extLst>
                </a:gridCol>
                <a:gridCol w="899172">
                  <a:extLst>
                    <a:ext uri="{9D8B030D-6E8A-4147-A177-3AD203B41FA5}">
                      <a16:colId xmlns:a16="http://schemas.microsoft.com/office/drawing/2014/main" val="2064023725"/>
                    </a:ext>
                  </a:extLst>
                </a:gridCol>
              </a:tblGrid>
              <a:tr h="316677">
                <a:tc>
                  <a:txBody>
                    <a:bodyPr/>
                    <a:lstStyle/>
                    <a:p>
                      <a:r>
                        <a:rPr lang="en-US" dirty="0"/>
                        <a:t>File 1</a:t>
                      </a:r>
                      <a:endParaRPr lang="en-IN" dirty="0"/>
                    </a:p>
                  </a:txBody>
                  <a:tcPr/>
                </a:tc>
                <a:tc>
                  <a:txBody>
                    <a:bodyPr/>
                    <a:lstStyle/>
                    <a:p>
                      <a:r>
                        <a:rPr lang="en-US" dirty="0"/>
                        <a:t>Attr 1</a:t>
                      </a:r>
                      <a:endParaRPr lang="en-IN" dirty="0"/>
                    </a:p>
                  </a:txBody>
                  <a:tcPr/>
                </a:tc>
                <a:tc>
                  <a:txBody>
                    <a:bodyPr/>
                    <a:lstStyle/>
                    <a:p>
                      <a:r>
                        <a:rPr lang="en-US" dirty="0"/>
                        <a:t>Attr 2</a:t>
                      </a:r>
                      <a:endParaRPr lang="en-IN" dirty="0"/>
                    </a:p>
                  </a:txBody>
                  <a:tcPr/>
                </a:tc>
                <a:tc>
                  <a:txBody>
                    <a:bodyPr/>
                    <a:lstStyle/>
                    <a:p>
                      <a:r>
                        <a:rPr lang="en-US" dirty="0"/>
                        <a:t>Attr n </a:t>
                      </a:r>
                      <a:endParaRPr lang="en-IN" dirty="0"/>
                    </a:p>
                  </a:txBody>
                  <a:tcPr/>
                </a:tc>
                <a:extLst>
                  <a:ext uri="{0D108BD9-81ED-4DB2-BD59-A6C34878D82A}">
                    <a16:rowId xmlns:a16="http://schemas.microsoft.com/office/drawing/2014/main" val="318794651"/>
                  </a:ext>
                </a:extLst>
              </a:tr>
              <a:tr h="194476">
                <a:tc>
                  <a:txBody>
                    <a:bodyPr/>
                    <a:lstStyle/>
                    <a:p>
                      <a:r>
                        <a:rPr lang="en-US" dirty="0"/>
                        <a:t>File 2 </a:t>
                      </a:r>
                      <a:endParaRPr lang="en-IN" dirty="0"/>
                    </a:p>
                  </a:txBody>
                  <a:tcPr/>
                </a:tc>
                <a:tc>
                  <a:txBody>
                    <a:bodyPr/>
                    <a:lstStyle/>
                    <a:p>
                      <a:r>
                        <a:rPr lang="en-US" dirty="0"/>
                        <a:t>Attr 2</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Attr 2</a:t>
                      </a:r>
                      <a:endParaRPr lang="en-IN" dirty="0"/>
                    </a:p>
                  </a:txBody>
                  <a:tcPr/>
                </a:tc>
                <a:tc>
                  <a:txBody>
                    <a:bodyPr/>
                    <a:lstStyle/>
                    <a:p>
                      <a:r>
                        <a:rPr lang="en-US" dirty="0"/>
                        <a:t>Attr n</a:t>
                      </a:r>
                      <a:endParaRPr lang="en-IN" dirty="0"/>
                    </a:p>
                  </a:txBody>
                  <a:tcPr/>
                </a:tc>
                <a:extLst>
                  <a:ext uri="{0D108BD9-81ED-4DB2-BD59-A6C34878D82A}">
                    <a16:rowId xmlns:a16="http://schemas.microsoft.com/office/drawing/2014/main" val="3267050438"/>
                  </a:ext>
                </a:extLst>
              </a:tr>
              <a:tr h="370840">
                <a:tc>
                  <a:txBody>
                    <a:bodyPr/>
                    <a:lstStyle/>
                    <a:p>
                      <a:r>
                        <a:rPr lang="en-US" dirty="0"/>
                        <a:t>File 3 </a:t>
                      </a:r>
                      <a:endParaRPr lang="en-IN" dirty="0"/>
                    </a:p>
                  </a:txBody>
                  <a:tcPr/>
                </a:tc>
                <a:tc>
                  <a:txBody>
                    <a:bodyPr/>
                    <a:lstStyle/>
                    <a:p>
                      <a:r>
                        <a:rPr lang="en-US" dirty="0"/>
                        <a:t>Attr 3</a:t>
                      </a:r>
                      <a:endParaRPr lang="en-IN" dirty="0"/>
                    </a:p>
                  </a:txBody>
                  <a:tcPr/>
                </a:tc>
                <a:tc>
                  <a:txBody>
                    <a:bodyPr/>
                    <a:lstStyle/>
                    <a:p>
                      <a:r>
                        <a:rPr lang="en-US" dirty="0"/>
                        <a:t>Attr 2</a:t>
                      </a:r>
                      <a:endParaRPr lang="en-IN" dirty="0"/>
                    </a:p>
                  </a:txBody>
                  <a:tcPr/>
                </a:tc>
                <a:tc>
                  <a:txBody>
                    <a:bodyPr/>
                    <a:lstStyle/>
                    <a:p>
                      <a:r>
                        <a:rPr lang="en-US" dirty="0"/>
                        <a:t>Attr n</a:t>
                      </a:r>
                      <a:endParaRPr lang="en-IN" dirty="0"/>
                    </a:p>
                  </a:txBody>
                  <a:tcPr/>
                </a:tc>
                <a:extLst>
                  <a:ext uri="{0D108BD9-81ED-4DB2-BD59-A6C34878D82A}">
                    <a16:rowId xmlns:a16="http://schemas.microsoft.com/office/drawing/2014/main" val="1332504215"/>
                  </a:ext>
                </a:extLst>
              </a:tr>
              <a:tr h="370840">
                <a:tc>
                  <a:txBody>
                    <a:bodyPr/>
                    <a:lstStyle/>
                    <a:p>
                      <a:r>
                        <a:rPr lang="en-US" dirty="0"/>
                        <a:t>File 4 </a:t>
                      </a:r>
                      <a:endParaRPr lang="en-IN" dirty="0"/>
                    </a:p>
                  </a:txBody>
                  <a:tcPr/>
                </a:tc>
                <a:tc>
                  <a:txBody>
                    <a:bodyPr/>
                    <a:lstStyle/>
                    <a:p>
                      <a:r>
                        <a:rPr lang="en-US" dirty="0"/>
                        <a:t>Attr 4</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Attr 2</a:t>
                      </a:r>
                      <a:endParaRPr lang="en-IN" dirty="0"/>
                    </a:p>
                  </a:txBody>
                  <a:tcPr/>
                </a:tc>
                <a:tc>
                  <a:txBody>
                    <a:bodyPr/>
                    <a:lstStyle/>
                    <a:p>
                      <a:r>
                        <a:rPr lang="en-US" dirty="0"/>
                        <a:t>Attr n</a:t>
                      </a:r>
                      <a:endParaRPr lang="en-IN" dirty="0"/>
                    </a:p>
                  </a:txBody>
                  <a:tcPr/>
                </a:tc>
                <a:extLst>
                  <a:ext uri="{0D108BD9-81ED-4DB2-BD59-A6C34878D82A}">
                    <a16:rowId xmlns:a16="http://schemas.microsoft.com/office/drawing/2014/main" val="1031981839"/>
                  </a:ext>
                </a:extLst>
              </a:tr>
            </a:tbl>
          </a:graphicData>
        </a:graphic>
      </p:graphicFrame>
      <p:cxnSp>
        <p:nvCxnSpPr>
          <p:cNvPr id="25" name="Straight Arrow Connector 24">
            <a:extLst>
              <a:ext uri="{FF2B5EF4-FFF2-40B4-BE49-F238E27FC236}">
                <a16:creationId xmlns:a16="http://schemas.microsoft.com/office/drawing/2014/main" id="{D58C3482-ED91-67F8-937F-BE764E3CE35D}"/>
              </a:ext>
            </a:extLst>
          </p:cNvPr>
          <p:cNvCxnSpPr/>
          <p:nvPr/>
        </p:nvCxnSpPr>
        <p:spPr>
          <a:xfrm>
            <a:off x="4288737" y="3429000"/>
            <a:ext cx="10648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Rectangle 25">
            <a:extLst>
              <a:ext uri="{FF2B5EF4-FFF2-40B4-BE49-F238E27FC236}">
                <a16:creationId xmlns:a16="http://schemas.microsoft.com/office/drawing/2014/main" id="{886CF2D0-5B67-4C4C-9ADB-56E13CDCE1C8}"/>
              </a:ext>
            </a:extLst>
          </p:cNvPr>
          <p:cNvSpPr/>
          <p:nvPr/>
        </p:nvSpPr>
        <p:spPr>
          <a:xfrm>
            <a:off x="6057903" y="4552439"/>
            <a:ext cx="1992473" cy="3443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Metadata </a:t>
            </a:r>
            <a:endParaRPr lang="en-IN" dirty="0"/>
          </a:p>
        </p:txBody>
      </p:sp>
      <p:sp>
        <p:nvSpPr>
          <p:cNvPr id="27" name="Rectangle 26">
            <a:extLst>
              <a:ext uri="{FF2B5EF4-FFF2-40B4-BE49-F238E27FC236}">
                <a16:creationId xmlns:a16="http://schemas.microsoft.com/office/drawing/2014/main" id="{EFC05A76-D264-B99D-E95D-706A18ABABF2}"/>
              </a:ext>
            </a:extLst>
          </p:cNvPr>
          <p:cNvSpPr/>
          <p:nvPr/>
        </p:nvSpPr>
        <p:spPr>
          <a:xfrm>
            <a:off x="8093940" y="2249282"/>
            <a:ext cx="1672098" cy="3443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BI decretory  </a:t>
            </a:r>
            <a:endParaRPr lang="en-IN" dirty="0"/>
          </a:p>
        </p:txBody>
      </p:sp>
      <p:cxnSp>
        <p:nvCxnSpPr>
          <p:cNvPr id="29" name="Straight Arrow Connector 28">
            <a:extLst>
              <a:ext uri="{FF2B5EF4-FFF2-40B4-BE49-F238E27FC236}">
                <a16:creationId xmlns:a16="http://schemas.microsoft.com/office/drawing/2014/main" id="{F8C328DE-B455-D6E2-47F8-AFCA926C5759}"/>
              </a:ext>
            </a:extLst>
          </p:cNvPr>
          <p:cNvCxnSpPr/>
          <p:nvPr/>
        </p:nvCxnSpPr>
        <p:spPr>
          <a:xfrm flipH="1">
            <a:off x="8319052" y="2593657"/>
            <a:ext cx="308113" cy="309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40139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BBA81-275F-8ACA-2A36-BF4CA847E9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9D76DB-4D4E-9F37-5FD0-C75C90CF0757}"/>
              </a:ext>
            </a:extLst>
          </p:cNvPr>
          <p:cNvSpPr txBox="1"/>
          <p:nvPr/>
        </p:nvSpPr>
        <p:spPr>
          <a:xfrm>
            <a:off x="844825" y="265837"/>
            <a:ext cx="8497957" cy="1754326"/>
          </a:xfrm>
          <a:prstGeom prst="rect">
            <a:avLst/>
          </a:prstGeom>
          <a:noFill/>
        </p:spPr>
        <p:txBody>
          <a:bodyPr wrap="square">
            <a:spAutoFit/>
          </a:bodyPr>
          <a:lstStyle/>
          <a:p>
            <a:pPr marL="342900" indent="-342900">
              <a:buFont typeface="+mj-lt"/>
              <a:buAutoNum type="arabicPeriod"/>
            </a:pPr>
            <a:r>
              <a:rPr lang="en-US" b="1" u="sng" dirty="0"/>
              <a:t>Single Level Directory :- </a:t>
            </a:r>
          </a:p>
          <a:p>
            <a:endParaRPr lang="en-US" dirty="0"/>
          </a:p>
          <a:p>
            <a:pPr marL="285750" indent="-285750">
              <a:buFont typeface="Arial" panose="020B0604020202020204" pitchFamily="34" charset="0"/>
              <a:buChar char="•"/>
            </a:pPr>
            <a:r>
              <a:rPr lang="en-US" dirty="0"/>
              <a:t>The simplest method is to have one big list of all the files on the disk. The entire system will contain only one directory which is supposed to mention au the files present in the file system </a:t>
            </a:r>
          </a:p>
          <a:p>
            <a:pPr marL="285750" indent="-285750">
              <a:buFont typeface="Arial" panose="020B0604020202020204" pitchFamily="34" charset="0"/>
              <a:buChar char="•"/>
            </a:pPr>
            <a:r>
              <a:rPr lang="en-US" dirty="0"/>
              <a:t>The directory contains one entry per each file  present on the file system.</a:t>
            </a:r>
            <a:endParaRPr lang="en-IN" dirty="0"/>
          </a:p>
        </p:txBody>
      </p:sp>
      <p:sp>
        <p:nvSpPr>
          <p:cNvPr id="6" name="Rectangle 5">
            <a:extLst>
              <a:ext uri="{FF2B5EF4-FFF2-40B4-BE49-F238E27FC236}">
                <a16:creationId xmlns:a16="http://schemas.microsoft.com/office/drawing/2014/main" id="{6CF95475-45BD-2317-DED1-861E35430768}"/>
              </a:ext>
            </a:extLst>
          </p:cNvPr>
          <p:cNvSpPr/>
          <p:nvPr/>
        </p:nvSpPr>
        <p:spPr>
          <a:xfrm>
            <a:off x="1878496" y="2554357"/>
            <a:ext cx="1202634"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 . jpg</a:t>
            </a:r>
            <a:endParaRPr lang="en-IN" dirty="0"/>
          </a:p>
        </p:txBody>
      </p:sp>
      <p:sp>
        <p:nvSpPr>
          <p:cNvPr id="7" name="Rectangle 6">
            <a:extLst>
              <a:ext uri="{FF2B5EF4-FFF2-40B4-BE49-F238E27FC236}">
                <a16:creationId xmlns:a16="http://schemas.microsoft.com/office/drawing/2014/main" id="{048D0933-3DAC-C9DC-9192-80F8F8729B34}"/>
              </a:ext>
            </a:extLst>
          </p:cNvPr>
          <p:cNvSpPr/>
          <p:nvPr/>
        </p:nvSpPr>
        <p:spPr>
          <a:xfrm>
            <a:off x="3081130" y="2554357"/>
            <a:ext cx="1401418"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Method.txt </a:t>
            </a:r>
            <a:endParaRPr lang="en-IN" dirty="0"/>
          </a:p>
        </p:txBody>
      </p:sp>
      <p:sp>
        <p:nvSpPr>
          <p:cNvPr id="8" name="Rectangle 7">
            <a:extLst>
              <a:ext uri="{FF2B5EF4-FFF2-40B4-BE49-F238E27FC236}">
                <a16:creationId xmlns:a16="http://schemas.microsoft.com/office/drawing/2014/main" id="{169768DA-6A72-01FE-1C92-08B6A0AD373F}"/>
              </a:ext>
            </a:extLst>
          </p:cNvPr>
          <p:cNvSpPr/>
          <p:nvPr/>
        </p:nvSpPr>
        <p:spPr>
          <a:xfrm>
            <a:off x="4482548" y="2550647"/>
            <a:ext cx="1202634"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os.docx </a:t>
            </a:r>
            <a:endParaRPr lang="en-IN" dirty="0"/>
          </a:p>
        </p:txBody>
      </p:sp>
      <p:sp>
        <p:nvSpPr>
          <p:cNvPr id="9" name="Rectangle 8">
            <a:extLst>
              <a:ext uri="{FF2B5EF4-FFF2-40B4-BE49-F238E27FC236}">
                <a16:creationId xmlns:a16="http://schemas.microsoft.com/office/drawing/2014/main" id="{0DBAD7E4-BACE-F6DB-4275-0418F2F5D126}"/>
              </a:ext>
            </a:extLst>
          </p:cNvPr>
          <p:cNvSpPr/>
          <p:nvPr/>
        </p:nvSpPr>
        <p:spPr>
          <a:xfrm>
            <a:off x="5685182" y="2554357"/>
            <a:ext cx="1202634"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2.mp4</a:t>
            </a:r>
            <a:endParaRPr lang="en-IN" dirty="0"/>
          </a:p>
        </p:txBody>
      </p:sp>
      <p:sp>
        <p:nvSpPr>
          <p:cNvPr id="10" name="Rectangle 9">
            <a:extLst>
              <a:ext uri="{FF2B5EF4-FFF2-40B4-BE49-F238E27FC236}">
                <a16:creationId xmlns:a16="http://schemas.microsoft.com/office/drawing/2014/main" id="{5C39C3B8-1ABF-B491-39A8-269E74D09F3D}"/>
              </a:ext>
            </a:extLst>
          </p:cNvPr>
          <p:cNvSpPr/>
          <p:nvPr/>
        </p:nvSpPr>
        <p:spPr>
          <a:xfrm>
            <a:off x="6887815" y="2554357"/>
            <a:ext cx="1202634" cy="3478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ITP.txt </a:t>
            </a:r>
            <a:endParaRPr lang="en-IN" dirty="0"/>
          </a:p>
        </p:txBody>
      </p:sp>
      <p:cxnSp>
        <p:nvCxnSpPr>
          <p:cNvPr id="12" name="Straight Arrow Connector 11">
            <a:extLst>
              <a:ext uri="{FF2B5EF4-FFF2-40B4-BE49-F238E27FC236}">
                <a16:creationId xmlns:a16="http://schemas.microsoft.com/office/drawing/2014/main" id="{8BEFC622-7F4E-2388-617B-7C0BCF8AFF4A}"/>
              </a:ext>
            </a:extLst>
          </p:cNvPr>
          <p:cNvCxnSpPr>
            <a:stCxn id="6" idx="2"/>
          </p:cNvCxnSpPr>
          <p:nvPr/>
        </p:nvCxnSpPr>
        <p:spPr>
          <a:xfrm>
            <a:off x="2479813" y="2902226"/>
            <a:ext cx="0" cy="4373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ABD0E840-B56C-818A-F5BE-583C01854305}"/>
              </a:ext>
            </a:extLst>
          </p:cNvPr>
          <p:cNvCxnSpPr/>
          <p:nvPr/>
        </p:nvCxnSpPr>
        <p:spPr>
          <a:xfrm>
            <a:off x="7489133" y="2912165"/>
            <a:ext cx="0" cy="4373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41D6852F-FEA2-494A-75D8-23514938262F}"/>
              </a:ext>
            </a:extLst>
          </p:cNvPr>
          <p:cNvCxnSpPr/>
          <p:nvPr/>
        </p:nvCxnSpPr>
        <p:spPr>
          <a:xfrm>
            <a:off x="6392517" y="2912165"/>
            <a:ext cx="0" cy="4373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FC2BA82-0213-F8F3-965F-E2B6AF07033D}"/>
              </a:ext>
            </a:extLst>
          </p:cNvPr>
          <p:cNvCxnSpPr/>
          <p:nvPr/>
        </p:nvCxnSpPr>
        <p:spPr>
          <a:xfrm>
            <a:off x="5083865" y="2898516"/>
            <a:ext cx="0" cy="4373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C185AE23-6E1C-1CE6-2E73-194E83425BA9}"/>
              </a:ext>
            </a:extLst>
          </p:cNvPr>
          <p:cNvCxnSpPr/>
          <p:nvPr/>
        </p:nvCxnSpPr>
        <p:spPr>
          <a:xfrm>
            <a:off x="3781839" y="2902226"/>
            <a:ext cx="0" cy="4373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10A40970-C385-4425-DCBE-59C7C3AB9900}"/>
              </a:ext>
            </a:extLst>
          </p:cNvPr>
          <p:cNvSpPr/>
          <p:nvPr/>
        </p:nvSpPr>
        <p:spPr>
          <a:xfrm>
            <a:off x="2179153" y="3384273"/>
            <a:ext cx="601317" cy="60628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Oval 21">
            <a:extLst>
              <a:ext uri="{FF2B5EF4-FFF2-40B4-BE49-F238E27FC236}">
                <a16:creationId xmlns:a16="http://schemas.microsoft.com/office/drawing/2014/main" id="{AE3662A0-9718-C5E3-F19A-748E9265BA9E}"/>
              </a:ext>
            </a:extLst>
          </p:cNvPr>
          <p:cNvSpPr/>
          <p:nvPr/>
        </p:nvSpPr>
        <p:spPr>
          <a:xfrm>
            <a:off x="7188473" y="3384273"/>
            <a:ext cx="601317" cy="60628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Oval 22">
            <a:extLst>
              <a:ext uri="{FF2B5EF4-FFF2-40B4-BE49-F238E27FC236}">
                <a16:creationId xmlns:a16="http://schemas.microsoft.com/office/drawing/2014/main" id="{63057E0F-1E22-47BA-48CB-868788DEA5A0}"/>
              </a:ext>
            </a:extLst>
          </p:cNvPr>
          <p:cNvSpPr/>
          <p:nvPr/>
        </p:nvSpPr>
        <p:spPr>
          <a:xfrm>
            <a:off x="6091858" y="3384273"/>
            <a:ext cx="601317" cy="607944"/>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4" name="Oval 23">
            <a:extLst>
              <a:ext uri="{FF2B5EF4-FFF2-40B4-BE49-F238E27FC236}">
                <a16:creationId xmlns:a16="http://schemas.microsoft.com/office/drawing/2014/main" id="{1742FED0-71F9-71D0-8EC4-DD4E2E8127D9}"/>
              </a:ext>
            </a:extLst>
          </p:cNvPr>
          <p:cNvSpPr/>
          <p:nvPr/>
        </p:nvSpPr>
        <p:spPr>
          <a:xfrm>
            <a:off x="4793144" y="3349487"/>
            <a:ext cx="601317" cy="60628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EEE43AC4-D530-A114-D27F-F564F61F3C41}"/>
              </a:ext>
            </a:extLst>
          </p:cNvPr>
          <p:cNvSpPr/>
          <p:nvPr/>
        </p:nvSpPr>
        <p:spPr>
          <a:xfrm>
            <a:off x="3481180" y="3349487"/>
            <a:ext cx="601317" cy="60628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6" name="Rectangle 25">
            <a:extLst>
              <a:ext uri="{FF2B5EF4-FFF2-40B4-BE49-F238E27FC236}">
                <a16:creationId xmlns:a16="http://schemas.microsoft.com/office/drawing/2014/main" id="{A18EA25E-1E36-9749-C47E-1901A4EFE749}"/>
              </a:ext>
            </a:extLst>
          </p:cNvPr>
          <p:cNvSpPr/>
          <p:nvPr/>
        </p:nvSpPr>
        <p:spPr>
          <a:xfrm>
            <a:off x="569845" y="2550647"/>
            <a:ext cx="1202634" cy="34786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Directory </a:t>
            </a:r>
            <a:endParaRPr lang="en-IN" dirty="0"/>
          </a:p>
        </p:txBody>
      </p:sp>
      <p:sp>
        <p:nvSpPr>
          <p:cNvPr id="27" name="Rectangle 26">
            <a:extLst>
              <a:ext uri="{FF2B5EF4-FFF2-40B4-BE49-F238E27FC236}">
                <a16:creationId xmlns:a16="http://schemas.microsoft.com/office/drawing/2014/main" id="{E3AD1925-4C2A-5405-829A-079F8BEEDB3B}"/>
              </a:ext>
            </a:extLst>
          </p:cNvPr>
          <p:cNvSpPr/>
          <p:nvPr/>
        </p:nvSpPr>
        <p:spPr>
          <a:xfrm>
            <a:off x="976519" y="4031577"/>
            <a:ext cx="1202634" cy="34786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Files  </a:t>
            </a:r>
            <a:endParaRPr lang="en-IN" dirty="0"/>
          </a:p>
        </p:txBody>
      </p:sp>
      <p:sp>
        <p:nvSpPr>
          <p:cNvPr id="28" name="Rectangle 27">
            <a:extLst>
              <a:ext uri="{FF2B5EF4-FFF2-40B4-BE49-F238E27FC236}">
                <a16:creationId xmlns:a16="http://schemas.microsoft.com/office/drawing/2014/main" id="{CBB8420B-0ED6-BF08-72BC-E271A7DDB29A}"/>
              </a:ext>
            </a:extLst>
          </p:cNvPr>
          <p:cNvSpPr/>
          <p:nvPr/>
        </p:nvSpPr>
        <p:spPr>
          <a:xfrm>
            <a:off x="3481180" y="4263887"/>
            <a:ext cx="2805318" cy="34786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Single level Directory </a:t>
            </a:r>
            <a:endParaRPr lang="en-IN" dirty="0"/>
          </a:p>
        </p:txBody>
      </p:sp>
    </p:spTree>
    <p:extLst>
      <p:ext uri="{BB962C8B-B14F-4D97-AF65-F5344CB8AC3E}">
        <p14:creationId xmlns:p14="http://schemas.microsoft.com/office/powerpoint/2010/main" val="187275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D341-DA95-A88C-FFF1-3FAC0C04F7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C72DB2-0E37-350B-5B3E-177C92221BE0}"/>
              </a:ext>
            </a:extLst>
          </p:cNvPr>
          <p:cNvSpPr txBox="1"/>
          <p:nvPr/>
        </p:nvSpPr>
        <p:spPr>
          <a:xfrm>
            <a:off x="1003851" y="71167"/>
            <a:ext cx="8189844" cy="5078313"/>
          </a:xfrm>
          <a:prstGeom prst="rect">
            <a:avLst/>
          </a:prstGeom>
          <a:noFill/>
        </p:spPr>
        <p:txBody>
          <a:bodyPr wrap="square">
            <a:spAutoFit/>
          </a:bodyPr>
          <a:lstStyle/>
          <a:p>
            <a:pPr marL="285750" indent="-285750">
              <a:buFont typeface="Wingdings" panose="05000000000000000000" pitchFamily="2" charset="2"/>
              <a:buChar char="v"/>
            </a:pPr>
            <a:r>
              <a:rPr lang="en-US" b="1" u="sng" dirty="0"/>
              <a:t>Advantages :-</a:t>
            </a:r>
          </a:p>
          <a:p>
            <a:endParaRPr lang="en-US" b="1" u="sng" dirty="0"/>
          </a:p>
          <a:p>
            <a:pPr marL="342900" indent="-342900">
              <a:buFont typeface="+mj-lt"/>
              <a:buAutoNum type="arabicPeriod"/>
            </a:pPr>
            <a:r>
              <a:rPr lang="en-US" dirty="0"/>
              <a:t>Implementation is very simple</a:t>
            </a:r>
          </a:p>
          <a:p>
            <a:pPr marL="342900" indent="-342900">
              <a:buFont typeface="+mj-lt"/>
              <a:buAutoNum type="arabicPeriod"/>
            </a:pPr>
            <a:r>
              <a:rPr lang="en-US" dirty="0"/>
              <a:t>If the size of the files are very small then the searching becomes faster</a:t>
            </a:r>
          </a:p>
          <a:p>
            <a:pPr marL="342900" indent="-342900">
              <a:buFont typeface="+mj-lt"/>
              <a:buAutoNum type="arabicPeriod"/>
            </a:pPr>
            <a:r>
              <a:rPr lang="en-US" dirty="0"/>
              <a:t>File generation , searching , deleting is very simple since we have only directory </a:t>
            </a:r>
          </a:p>
          <a:p>
            <a:pPr marL="342900" indent="-342900">
              <a:buFont typeface="+mj-lt"/>
              <a:buAutoNum type="arabicPeriod"/>
            </a:pPr>
            <a:endParaRPr lang="en-US" dirty="0"/>
          </a:p>
          <a:p>
            <a:pPr marL="285750" indent="-285750">
              <a:buFont typeface="Wingdings" panose="05000000000000000000" pitchFamily="2" charset="2"/>
              <a:buChar char="v"/>
            </a:pPr>
            <a:r>
              <a:rPr lang="en-US" b="1" u="sng" dirty="0"/>
              <a:t>Disadvantage :- </a:t>
            </a:r>
          </a:p>
          <a:p>
            <a:endParaRPr lang="en-US" dirty="0"/>
          </a:p>
          <a:p>
            <a:pPr marL="342900" indent="-342900">
              <a:buFont typeface="+mj-lt"/>
              <a:buAutoNum type="arabicPeriod"/>
            </a:pPr>
            <a:r>
              <a:rPr lang="en-US" dirty="0"/>
              <a:t>We cannot have two files with same name </a:t>
            </a:r>
          </a:p>
          <a:p>
            <a:pPr marL="342900" indent="-342900">
              <a:buFont typeface="+mj-lt"/>
              <a:buAutoNum type="arabicPeriod"/>
            </a:pPr>
            <a:r>
              <a:rPr lang="en-US" dirty="0"/>
              <a:t>The directory may be very big therefore searching for a file may take so much time </a:t>
            </a:r>
          </a:p>
          <a:p>
            <a:pPr marL="342900" indent="-342900">
              <a:buFont typeface="+mj-lt"/>
              <a:buAutoNum type="arabicPeriod"/>
            </a:pPr>
            <a:r>
              <a:rPr lang="en-US" dirty="0"/>
              <a:t>Protection cannot be implemented for multiple users</a:t>
            </a:r>
          </a:p>
          <a:p>
            <a:pPr marL="342900" indent="-342900">
              <a:buFont typeface="+mj-lt"/>
              <a:buAutoNum type="arabicPeriod"/>
            </a:pPr>
            <a:r>
              <a:rPr lang="en-US" dirty="0"/>
              <a:t>There are no ways to group same kind of files</a:t>
            </a:r>
          </a:p>
          <a:p>
            <a:pPr marL="342900" indent="-342900">
              <a:buFont typeface="+mj-lt"/>
              <a:buAutoNum type="arabicPeriod"/>
            </a:pPr>
            <a:r>
              <a:rPr lang="en-US" dirty="0"/>
              <a:t>Choosing the unique name for every file is a bit complex and limits the number of files in the system because most of the operating system limited the number of characters used to construct the file name </a:t>
            </a:r>
          </a:p>
          <a:p>
            <a:endParaRPr lang="en-US" dirty="0"/>
          </a:p>
        </p:txBody>
      </p:sp>
    </p:spTree>
    <p:extLst>
      <p:ext uri="{BB962C8B-B14F-4D97-AF65-F5344CB8AC3E}">
        <p14:creationId xmlns:p14="http://schemas.microsoft.com/office/powerpoint/2010/main" val="1080485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FC0E-B726-DE1B-69BF-FCFF6769A697}"/>
            </a:ext>
          </a:extLst>
        </p:cNvPr>
        <p:cNvGrpSpPr/>
        <p:nvPr/>
      </p:nvGrpSpPr>
      <p:grpSpPr>
        <a:xfrm>
          <a:off x="0" y="0"/>
          <a:ext cx="0" cy="0"/>
          <a:chOff x="0" y="0"/>
          <a:chExt cx="0" cy="0"/>
        </a:xfrm>
      </p:grpSpPr>
    </p:spTree>
    <p:extLst>
      <p:ext uri="{BB962C8B-B14F-4D97-AF65-F5344CB8AC3E}">
        <p14:creationId xmlns:p14="http://schemas.microsoft.com/office/powerpoint/2010/main" val="1448388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EDCFE-DB55-DCBF-359D-9F3AAFC18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E6761-9095-5BF4-9B21-E860BE3F2E0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8926CFF-9F5F-BBFA-87AA-CCF5C42A447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78052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C8FF-C89E-BF2D-D6E2-597E21C17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453A5-C0D1-4800-02D5-CCFC98ADF7D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811A236-E5ED-1D25-E713-7E534DE5972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0671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1BAEF-5CDF-28CB-1FCB-FC91DD038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EEE0D-22A5-A8F3-F4E3-1D17DFE274A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9418720-D5DB-89FE-56C2-89B13A77B0B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4993838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275</TotalTime>
  <Words>2021</Words>
  <Application>Microsoft Office PowerPoint</Application>
  <PresentationFormat>Widescreen</PresentationFormat>
  <Paragraphs>207</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Trebuchet MS</vt:lpstr>
      <vt:lpstr>Wingdings</vt:lpstr>
      <vt:lpstr>Wingdings 3</vt:lpstr>
      <vt:lpstr>Facet</vt:lpstr>
      <vt:lpstr>6. File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2025-09-30T07:56:16Z</dcterms:created>
  <dcterms:modified xsi:type="dcterms:W3CDTF">2025-09-30T17:31:00Z</dcterms:modified>
</cp:coreProperties>
</file>