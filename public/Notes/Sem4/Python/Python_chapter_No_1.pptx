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1E41A-FEFE-4BBD-AF6C-E9D17AEA993C}" v="173" dt="2025-10-03T12:46:28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7" autoAdjust="0"/>
    <p:restoredTop sz="94660"/>
  </p:normalViewPr>
  <p:slideViewPr>
    <p:cSldViewPr snapToGrid="0">
      <p:cViewPr>
        <p:scale>
          <a:sx n="75" d="100"/>
          <a:sy n="75" d="100"/>
        </p:scale>
        <p:origin x="14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undo custSel delSld modSld">
      <pc:chgData name="shshinde2580@gmail.com" userId="86fdf0c531315612" providerId="LiveId" clId="{80EF1F59-5901-4077-BC9B-DA299863282D}" dt="2025-10-03T12:47:24.790" v="863" actId="2696"/>
      <pc:docMkLst>
        <pc:docMk/>
      </pc:docMkLst>
      <pc:sldChg chg="addSp delSp modSp mod">
        <pc:chgData name="shshinde2580@gmail.com" userId="86fdf0c531315612" providerId="LiveId" clId="{80EF1F59-5901-4077-BC9B-DA299863282D}" dt="2025-10-03T11:38:30.457" v="11" actId="1076"/>
        <pc:sldMkLst>
          <pc:docMk/>
          <pc:sldMk cId="524510823" sldId="260"/>
        </pc:sldMkLst>
        <pc:spChg chg="del">
          <ac:chgData name="shshinde2580@gmail.com" userId="86fdf0c531315612" providerId="LiveId" clId="{80EF1F59-5901-4077-BC9B-DA299863282D}" dt="2025-10-03T11:36:19.718" v="2" actId="21"/>
          <ac:spMkLst>
            <pc:docMk/>
            <pc:sldMk cId="524510823" sldId="260"/>
            <ac:spMk id="3" creationId="{A4587DC7-7F49-176C-732A-08E63CE86CE6}"/>
          </ac:spMkLst>
        </pc:spChg>
        <pc:spChg chg="add mod">
          <ac:chgData name="shshinde2580@gmail.com" userId="86fdf0c531315612" providerId="LiveId" clId="{80EF1F59-5901-4077-BC9B-DA299863282D}" dt="2025-10-03T11:38:30.457" v="11" actId="1076"/>
          <ac:spMkLst>
            <pc:docMk/>
            <pc:sldMk cId="524510823" sldId="260"/>
            <ac:spMk id="4" creationId="{03C276B4-9EB2-E560-6D64-FBDE9AF02415}"/>
          </ac:spMkLst>
        </pc:spChg>
        <pc:spChg chg="mod">
          <ac:chgData name="shshinde2580@gmail.com" userId="86fdf0c531315612" providerId="LiveId" clId="{80EF1F59-5901-4077-BC9B-DA299863282D}" dt="2025-10-03T11:38:25.462" v="10" actId="5793"/>
          <ac:spMkLst>
            <pc:docMk/>
            <pc:sldMk cId="524510823" sldId="260"/>
            <ac:spMk id="5" creationId="{09FFF10C-48DB-13BF-06F1-F906B7A9621E}"/>
          </ac:spMkLst>
        </pc:spChg>
      </pc:sldChg>
      <pc:sldChg chg="addSp delSp modSp mod">
        <pc:chgData name="shshinde2580@gmail.com" userId="86fdf0c531315612" providerId="LiveId" clId="{80EF1F59-5901-4077-BC9B-DA299863282D}" dt="2025-10-03T11:44:37.396" v="84" actId="1076"/>
        <pc:sldMkLst>
          <pc:docMk/>
          <pc:sldMk cId="1833973741" sldId="261"/>
        </pc:sldMkLst>
        <pc:spChg chg="del">
          <ac:chgData name="shshinde2580@gmail.com" userId="86fdf0c531315612" providerId="LiveId" clId="{80EF1F59-5901-4077-BC9B-DA299863282D}" dt="2025-10-03T11:34:50.316" v="0" actId="21"/>
          <ac:spMkLst>
            <pc:docMk/>
            <pc:sldMk cId="1833973741" sldId="261"/>
            <ac:spMk id="2" creationId="{38DA212C-7A78-F21D-8DF8-BA107EA7248B}"/>
          </ac:spMkLst>
        </pc:spChg>
        <pc:spChg chg="del">
          <ac:chgData name="shshinde2580@gmail.com" userId="86fdf0c531315612" providerId="LiveId" clId="{80EF1F59-5901-4077-BC9B-DA299863282D}" dt="2025-10-03T11:34:53.575" v="1" actId="21"/>
          <ac:spMkLst>
            <pc:docMk/>
            <pc:sldMk cId="1833973741" sldId="261"/>
            <ac:spMk id="3" creationId="{E1A381B4-4B10-9F04-B3F7-D4CDA07F49F2}"/>
          </ac:spMkLst>
        </pc:spChg>
        <pc:spChg chg="add mod">
          <ac:chgData name="shshinde2580@gmail.com" userId="86fdf0c531315612" providerId="LiveId" clId="{80EF1F59-5901-4077-BC9B-DA299863282D}" dt="2025-10-03T11:44:37.396" v="84" actId="1076"/>
          <ac:spMkLst>
            <pc:docMk/>
            <pc:sldMk cId="1833973741" sldId="261"/>
            <ac:spMk id="5" creationId="{6DEDF674-C692-5F07-6558-976D12A4727F}"/>
          </ac:spMkLst>
        </pc:spChg>
      </pc:sldChg>
      <pc:sldChg chg="addSp delSp modSp mod">
        <pc:chgData name="shshinde2580@gmail.com" userId="86fdf0c531315612" providerId="LiveId" clId="{80EF1F59-5901-4077-BC9B-DA299863282D}" dt="2025-10-03T11:47:17.202" v="110" actId="14100"/>
        <pc:sldMkLst>
          <pc:docMk/>
          <pc:sldMk cId="1726547782" sldId="262"/>
        </pc:sldMkLst>
        <pc:spChg chg="del">
          <ac:chgData name="shshinde2580@gmail.com" userId="86fdf0c531315612" providerId="LiveId" clId="{80EF1F59-5901-4077-BC9B-DA299863282D}" dt="2025-10-03T11:44:41.245" v="85" actId="21"/>
          <ac:spMkLst>
            <pc:docMk/>
            <pc:sldMk cId="1726547782" sldId="262"/>
            <ac:spMk id="2" creationId="{9DC55ED5-CA5B-B441-3E44-06F8BD5F5B09}"/>
          </ac:spMkLst>
        </pc:spChg>
        <pc:spChg chg="del">
          <ac:chgData name="shshinde2580@gmail.com" userId="86fdf0c531315612" providerId="LiveId" clId="{80EF1F59-5901-4077-BC9B-DA299863282D}" dt="2025-10-03T11:44:44.073" v="86" actId="21"/>
          <ac:spMkLst>
            <pc:docMk/>
            <pc:sldMk cId="1726547782" sldId="262"/>
            <ac:spMk id="3" creationId="{42E3C1E6-A014-8426-9D74-68B2CC55FEDB}"/>
          </ac:spMkLst>
        </pc:spChg>
        <pc:spChg chg="add mod">
          <ac:chgData name="shshinde2580@gmail.com" userId="86fdf0c531315612" providerId="LiveId" clId="{80EF1F59-5901-4077-BC9B-DA299863282D}" dt="2025-10-03T11:47:17.202" v="110" actId="14100"/>
          <ac:spMkLst>
            <pc:docMk/>
            <pc:sldMk cId="1726547782" sldId="262"/>
            <ac:spMk id="5" creationId="{862B9B93-2EDF-76E1-C9CA-D63D7F9DD797}"/>
          </ac:spMkLst>
        </pc:spChg>
      </pc:sldChg>
      <pc:sldChg chg="addSp delSp modSp mod">
        <pc:chgData name="shshinde2580@gmail.com" userId="86fdf0c531315612" providerId="LiveId" clId="{80EF1F59-5901-4077-BC9B-DA299863282D}" dt="2025-10-03T11:53:18.620" v="315" actId="115"/>
        <pc:sldMkLst>
          <pc:docMk/>
          <pc:sldMk cId="2516635004" sldId="263"/>
        </pc:sldMkLst>
        <pc:spChg chg="del">
          <ac:chgData name="shshinde2580@gmail.com" userId="86fdf0c531315612" providerId="LiveId" clId="{80EF1F59-5901-4077-BC9B-DA299863282D}" dt="2025-10-03T11:47:41.771" v="111" actId="21"/>
          <ac:spMkLst>
            <pc:docMk/>
            <pc:sldMk cId="2516635004" sldId="263"/>
            <ac:spMk id="2" creationId="{71939B0D-A681-3C4D-42FB-6EB294F0747B}"/>
          </ac:spMkLst>
        </pc:spChg>
        <pc:spChg chg="del">
          <ac:chgData name="shshinde2580@gmail.com" userId="86fdf0c531315612" providerId="LiveId" clId="{80EF1F59-5901-4077-BC9B-DA299863282D}" dt="2025-10-03T11:47:45.251" v="112" actId="21"/>
          <ac:spMkLst>
            <pc:docMk/>
            <pc:sldMk cId="2516635004" sldId="263"/>
            <ac:spMk id="3" creationId="{7A8A6FD6-0CC9-5E58-461E-1CC73B93700F}"/>
          </ac:spMkLst>
        </pc:spChg>
        <pc:spChg chg="add mod">
          <ac:chgData name="shshinde2580@gmail.com" userId="86fdf0c531315612" providerId="LiveId" clId="{80EF1F59-5901-4077-BC9B-DA299863282D}" dt="2025-10-03T11:50:36.112" v="142"/>
          <ac:spMkLst>
            <pc:docMk/>
            <pc:sldMk cId="2516635004" sldId="263"/>
            <ac:spMk id="5" creationId="{91B3CF8C-F4A6-CD4E-C4F3-563829DE57F8}"/>
          </ac:spMkLst>
        </pc:spChg>
        <pc:spChg chg="add del mod">
          <ac:chgData name="shshinde2580@gmail.com" userId="86fdf0c531315612" providerId="LiveId" clId="{80EF1F59-5901-4077-BC9B-DA299863282D}" dt="2025-10-03T11:51:04.642" v="288" actId="478"/>
          <ac:spMkLst>
            <pc:docMk/>
            <pc:sldMk cId="2516635004" sldId="263"/>
            <ac:spMk id="7" creationId="{BE45766D-B21F-A7BE-CB27-DD53005795DE}"/>
          </ac:spMkLst>
        </pc:spChg>
        <pc:spChg chg="add mod">
          <ac:chgData name="shshinde2580@gmail.com" userId="86fdf0c531315612" providerId="LiveId" clId="{80EF1F59-5901-4077-BC9B-DA299863282D}" dt="2025-10-03T11:53:18.620" v="315" actId="115"/>
          <ac:spMkLst>
            <pc:docMk/>
            <pc:sldMk cId="2516635004" sldId="263"/>
            <ac:spMk id="9" creationId="{2475BF52-2131-E994-F160-51F049F1DA98}"/>
          </ac:spMkLst>
        </pc:spChg>
      </pc:sldChg>
      <pc:sldChg chg="addSp delSp modSp mod">
        <pc:chgData name="shshinde2580@gmail.com" userId="86fdf0c531315612" providerId="LiveId" clId="{80EF1F59-5901-4077-BC9B-DA299863282D}" dt="2025-10-03T11:53:34.191" v="319" actId="1076"/>
        <pc:sldMkLst>
          <pc:docMk/>
          <pc:sldMk cId="2967596140" sldId="264"/>
        </pc:sldMkLst>
        <pc:spChg chg="del">
          <ac:chgData name="shshinde2580@gmail.com" userId="86fdf0c531315612" providerId="LiveId" clId="{80EF1F59-5901-4077-BC9B-DA299863282D}" dt="2025-10-03T11:51:32.862" v="295" actId="21"/>
          <ac:spMkLst>
            <pc:docMk/>
            <pc:sldMk cId="2967596140" sldId="264"/>
            <ac:spMk id="2" creationId="{DF143258-5993-8880-F3FF-2B73A757CE22}"/>
          </ac:spMkLst>
        </pc:spChg>
        <pc:spChg chg="del">
          <ac:chgData name="shshinde2580@gmail.com" userId="86fdf0c531315612" providerId="LiveId" clId="{80EF1F59-5901-4077-BC9B-DA299863282D}" dt="2025-10-03T11:51:35.110" v="296" actId="21"/>
          <ac:spMkLst>
            <pc:docMk/>
            <pc:sldMk cId="2967596140" sldId="264"/>
            <ac:spMk id="3" creationId="{64FF8323-B3D3-F942-497A-FB0252C3000D}"/>
          </ac:spMkLst>
        </pc:spChg>
        <pc:spChg chg="add mod">
          <ac:chgData name="shshinde2580@gmail.com" userId="86fdf0c531315612" providerId="LiveId" clId="{80EF1F59-5901-4077-BC9B-DA299863282D}" dt="2025-10-03T11:53:31.713" v="318" actId="1076"/>
          <ac:spMkLst>
            <pc:docMk/>
            <pc:sldMk cId="2967596140" sldId="264"/>
            <ac:spMk id="5" creationId="{9EE4858F-CC90-4B50-7E05-2EDCA24966C6}"/>
          </ac:spMkLst>
        </pc:spChg>
        <pc:spChg chg="add del mod">
          <ac:chgData name="shshinde2580@gmail.com" userId="86fdf0c531315612" providerId="LiveId" clId="{80EF1F59-5901-4077-BC9B-DA299863282D}" dt="2025-10-03T11:52:42.401" v="307" actId="21"/>
          <ac:spMkLst>
            <pc:docMk/>
            <pc:sldMk cId="2967596140" sldId="264"/>
            <ac:spMk id="7" creationId="{C6E9BED6-D10D-6DFF-0EAC-5623A2F8A1C7}"/>
          </ac:spMkLst>
        </pc:spChg>
        <pc:spChg chg="add mod">
          <ac:chgData name="shshinde2580@gmail.com" userId="86fdf0c531315612" providerId="LiveId" clId="{80EF1F59-5901-4077-BC9B-DA299863282D}" dt="2025-10-03T11:53:34.191" v="319" actId="1076"/>
          <ac:spMkLst>
            <pc:docMk/>
            <pc:sldMk cId="2967596140" sldId="264"/>
            <ac:spMk id="9" creationId="{AAF6E99B-E2EE-6A1F-FBD6-3696D2EB4A44}"/>
          </ac:spMkLst>
        </pc:spChg>
      </pc:sldChg>
      <pc:sldChg chg="addSp delSp modSp mod">
        <pc:chgData name="shshinde2580@gmail.com" userId="86fdf0c531315612" providerId="LiveId" clId="{80EF1F59-5901-4077-BC9B-DA299863282D}" dt="2025-10-03T11:54:51.956" v="338" actId="113"/>
        <pc:sldMkLst>
          <pc:docMk/>
          <pc:sldMk cId="1742947741" sldId="265"/>
        </pc:sldMkLst>
        <pc:spChg chg="del">
          <ac:chgData name="shshinde2580@gmail.com" userId="86fdf0c531315612" providerId="LiveId" clId="{80EF1F59-5901-4077-BC9B-DA299863282D}" dt="2025-10-03T11:53:51.301" v="322" actId="21"/>
          <ac:spMkLst>
            <pc:docMk/>
            <pc:sldMk cId="1742947741" sldId="265"/>
            <ac:spMk id="2" creationId="{CE71F7E9-0E52-367F-D4E6-2216D5072C4A}"/>
          </ac:spMkLst>
        </pc:spChg>
        <pc:spChg chg="del">
          <ac:chgData name="shshinde2580@gmail.com" userId="86fdf0c531315612" providerId="LiveId" clId="{80EF1F59-5901-4077-BC9B-DA299863282D}" dt="2025-10-03T11:53:53.999" v="323" actId="21"/>
          <ac:spMkLst>
            <pc:docMk/>
            <pc:sldMk cId="1742947741" sldId="265"/>
            <ac:spMk id="3" creationId="{B21AB917-2709-0FE7-70B0-068B7186934A}"/>
          </ac:spMkLst>
        </pc:spChg>
        <pc:spChg chg="add mod">
          <ac:chgData name="shshinde2580@gmail.com" userId="86fdf0c531315612" providerId="LiveId" clId="{80EF1F59-5901-4077-BC9B-DA299863282D}" dt="2025-10-03T11:54:15.190" v="327" actId="1076"/>
          <ac:spMkLst>
            <pc:docMk/>
            <pc:sldMk cId="1742947741" sldId="265"/>
            <ac:spMk id="6" creationId="{5197B063-2D0E-9D97-6A41-9580D9D2C35C}"/>
          </ac:spMkLst>
        </pc:spChg>
        <pc:graphicFrameChg chg="add mod modGraphic">
          <ac:chgData name="shshinde2580@gmail.com" userId="86fdf0c531315612" providerId="LiveId" clId="{80EF1F59-5901-4077-BC9B-DA299863282D}" dt="2025-10-03T11:54:51.956" v="338" actId="113"/>
          <ac:graphicFrameMkLst>
            <pc:docMk/>
            <pc:sldMk cId="1742947741" sldId="265"/>
            <ac:graphicFrameMk id="4" creationId="{56E4DEA7-8419-A8BE-68BF-ED1097EF7F8A}"/>
          </ac:graphicFrameMkLst>
        </pc:graphicFrameChg>
      </pc:sldChg>
      <pc:sldChg chg="addSp delSp modSp mod">
        <pc:chgData name="shshinde2580@gmail.com" userId="86fdf0c531315612" providerId="LiveId" clId="{80EF1F59-5901-4077-BC9B-DA299863282D}" dt="2025-10-03T12:12:31.666" v="514" actId="1076"/>
        <pc:sldMkLst>
          <pc:docMk/>
          <pc:sldMk cId="3464456811" sldId="266"/>
        </pc:sldMkLst>
        <pc:spChg chg="del">
          <ac:chgData name="shshinde2580@gmail.com" userId="86fdf0c531315612" providerId="LiveId" clId="{80EF1F59-5901-4077-BC9B-DA299863282D}" dt="2025-10-03T12:02:11.746" v="340" actId="21"/>
          <ac:spMkLst>
            <pc:docMk/>
            <pc:sldMk cId="3464456811" sldId="266"/>
            <ac:spMk id="2" creationId="{90B36E2C-7EA8-31CA-BD43-EAB3DF3D1E75}"/>
          </ac:spMkLst>
        </pc:spChg>
        <pc:spChg chg="del">
          <ac:chgData name="shshinde2580@gmail.com" userId="86fdf0c531315612" providerId="LiveId" clId="{80EF1F59-5901-4077-BC9B-DA299863282D}" dt="2025-10-03T12:02:15.997" v="341" actId="21"/>
          <ac:spMkLst>
            <pc:docMk/>
            <pc:sldMk cId="3464456811" sldId="266"/>
            <ac:spMk id="3" creationId="{58A88C4F-97EC-08CF-4646-1E8110808AF5}"/>
          </ac:spMkLst>
        </pc:spChg>
        <pc:spChg chg="add mod">
          <ac:chgData name="shshinde2580@gmail.com" userId="86fdf0c531315612" providerId="LiveId" clId="{80EF1F59-5901-4077-BC9B-DA299863282D}" dt="2025-10-03T12:12:31.666" v="514" actId="1076"/>
          <ac:spMkLst>
            <pc:docMk/>
            <pc:sldMk cId="3464456811" sldId="266"/>
            <ac:spMk id="5" creationId="{4EADC1E8-8E01-CE19-728E-00C7AC743C77}"/>
          </ac:spMkLst>
        </pc:spChg>
        <pc:graphicFrameChg chg="add del mod">
          <ac:chgData name="shshinde2580@gmail.com" userId="86fdf0c531315612" providerId="LiveId" clId="{80EF1F59-5901-4077-BC9B-DA299863282D}" dt="2025-10-03T12:03:41.988" v="357" actId="21"/>
          <ac:graphicFrameMkLst>
            <pc:docMk/>
            <pc:sldMk cId="3464456811" sldId="266"/>
            <ac:graphicFrameMk id="6" creationId="{3190FD30-23C3-EBE1-4496-F28E15D6C62B}"/>
          </ac:graphicFrameMkLst>
        </pc:graphicFrameChg>
        <pc:graphicFrameChg chg="add del mod modGraphic">
          <ac:chgData name="shshinde2580@gmail.com" userId="86fdf0c531315612" providerId="LiveId" clId="{80EF1F59-5901-4077-BC9B-DA299863282D}" dt="2025-10-03T12:04:07.007" v="360" actId="21"/>
          <ac:graphicFrameMkLst>
            <pc:docMk/>
            <pc:sldMk cId="3464456811" sldId="266"/>
            <ac:graphicFrameMk id="9" creationId="{94AC73DB-4966-2A97-078C-A9FCA1475E3D}"/>
          </ac:graphicFrameMkLst>
        </pc:graphicFrameChg>
        <pc:graphicFrameChg chg="add del mod">
          <ac:chgData name="shshinde2580@gmail.com" userId="86fdf0c531315612" providerId="LiveId" clId="{80EF1F59-5901-4077-BC9B-DA299863282D}" dt="2025-10-03T12:04:39.617" v="363" actId="21"/>
          <ac:graphicFrameMkLst>
            <pc:docMk/>
            <pc:sldMk cId="3464456811" sldId="266"/>
            <ac:graphicFrameMk id="10" creationId="{42DF23F2-07A1-0D59-EC04-5C21F0D4C82A}"/>
          </ac:graphicFrameMkLst>
        </pc:graphicFrameChg>
        <pc:graphicFrameChg chg="add mod modGraphic">
          <ac:chgData name="shshinde2580@gmail.com" userId="86fdf0c531315612" providerId="LiveId" clId="{80EF1F59-5901-4077-BC9B-DA299863282D}" dt="2025-10-03T12:12:28.912" v="513" actId="1076"/>
          <ac:graphicFrameMkLst>
            <pc:docMk/>
            <pc:sldMk cId="3464456811" sldId="266"/>
            <ac:graphicFrameMk id="11" creationId="{14FD0F7D-461C-EB6D-609A-B4F376F9E6CF}"/>
          </ac:graphicFrameMkLst>
        </pc:graphicFrameChg>
        <pc:graphicFrameChg chg="add del">
          <ac:chgData name="shshinde2580@gmail.com" userId="86fdf0c531315612" providerId="LiveId" clId="{80EF1F59-5901-4077-BC9B-DA299863282D}" dt="2025-10-03T12:07:10.667" v="399" actId="21"/>
          <ac:graphicFrameMkLst>
            <pc:docMk/>
            <pc:sldMk cId="3464456811" sldId="266"/>
            <ac:graphicFrameMk id="12" creationId="{1C493AEC-B4C6-DC50-149F-5802FBDCC8D0}"/>
          </ac:graphicFrameMkLst>
        </pc:graphicFrameChg>
        <pc:cxnChg chg="add del mod">
          <ac:chgData name="shshinde2580@gmail.com" userId="86fdf0c531315612" providerId="LiveId" clId="{80EF1F59-5901-4077-BC9B-DA299863282D}" dt="2025-10-03T12:03:37.694" v="356" actId="21"/>
          <ac:cxnSpMkLst>
            <pc:docMk/>
            <pc:sldMk cId="3464456811" sldId="266"/>
            <ac:cxnSpMk id="8" creationId="{7095FC78-D4DF-A5A3-6382-44CD2AB8AE68}"/>
          </ac:cxnSpMkLst>
        </pc:cxnChg>
      </pc:sldChg>
      <pc:sldChg chg="addSp delSp modSp mod">
        <pc:chgData name="shshinde2580@gmail.com" userId="86fdf0c531315612" providerId="LiveId" clId="{80EF1F59-5901-4077-BC9B-DA299863282D}" dt="2025-10-03T12:19:12.171" v="581" actId="21"/>
        <pc:sldMkLst>
          <pc:docMk/>
          <pc:sldMk cId="3774055680" sldId="267"/>
        </pc:sldMkLst>
        <pc:spChg chg="del">
          <ac:chgData name="shshinde2580@gmail.com" userId="86fdf0c531315612" providerId="LiveId" clId="{80EF1F59-5901-4077-BC9B-DA299863282D}" dt="2025-10-03T12:12:37.321" v="515" actId="21"/>
          <ac:spMkLst>
            <pc:docMk/>
            <pc:sldMk cId="3774055680" sldId="267"/>
            <ac:spMk id="2" creationId="{CAF68DA1-D863-E529-02E6-327451BF8BC5}"/>
          </ac:spMkLst>
        </pc:spChg>
        <pc:spChg chg="del">
          <ac:chgData name="shshinde2580@gmail.com" userId="86fdf0c531315612" providerId="LiveId" clId="{80EF1F59-5901-4077-BC9B-DA299863282D}" dt="2025-10-03T12:12:39.312" v="516" actId="21"/>
          <ac:spMkLst>
            <pc:docMk/>
            <pc:sldMk cId="3774055680" sldId="267"/>
            <ac:spMk id="3" creationId="{319CBD89-A866-69E5-55C9-8656AE6A4FF8}"/>
          </ac:spMkLst>
        </pc:spChg>
        <pc:spChg chg="add mod">
          <ac:chgData name="shshinde2580@gmail.com" userId="86fdf0c531315612" providerId="LiveId" clId="{80EF1F59-5901-4077-BC9B-DA299863282D}" dt="2025-10-03T12:13:41.197" v="527" actId="115"/>
          <ac:spMkLst>
            <pc:docMk/>
            <pc:sldMk cId="3774055680" sldId="267"/>
            <ac:spMk id="6" creationId="{3E7BCE95-7870-7B37-67A9-0E5E437DC1B7}"/>
          </ac:spMkLst>
        </pc:spChg>
        <pc:spChg chg="add del">
          <ac:chgData name="shshinde2580@gmail.com" userId="86fdf0c531315612" providerId="LiveId" clId="{80EF1F59-5901-4077-BC9B-DA299863282D}" dt="2025-10-03T12:18:23.746" v="573" actId="22"/>
          <ac:spMkLst>
            <pc:docMk/>
            <pc:sldMk cId="3774055680" sldId="267"/>
            <ac:spMk id="8" creationId="{08D180DA-B428-29FC-E3BC-3B19B9CF8E52}"/>
          </ac:spMkLst>
        </pc:spChg>
        <pc:spChg chg="add del mod">
          <ac:chgData name="shshinde2580@gmail.com" userId="86fdf0c531315612" providerId="LiveId" clId="{80EF1F59-5901-4077-BC9B-DA299863282D}" dt="2025-10-03T12:19:12.171" v="581" actId="21"/>
          <ac:spMkLst>
            <pc:docMk/>
            <pc:sldMk cId="3774055680" sldId="267"/>
            <ac:spMk id="10" creationId="{BD95B135-F985-749F-ACD5-C0F6F397419D}"/>
          </ac:spMkLst>
        </pc:spChg>
        <pc:graphicFrameChg chg="add mod modGraphic">
          <ac:chgData name="shshinde2580@gmail.com" userId="86fdf0c531315612" providerId="LiveId" clId="{80EF1F59-5901-4077-BC9B-DA299863282D}" dt="2025-10-03T12:18:55.263" v="576" actId="1076"/>
          <ac:graphicFrameMkLst>
            <pc:docMk/>
            <pc:sldMk cId="3774055680" sldId="267"/>
            <ac:graphicFrameMk id="4" creationId="{12C55F00-6C52-6D41-A82E-C2CED83DDB02}"/>
          </ac:graphicFrameMkLst>
        </pc:graphicFrameChg>
      </pc:sldChg>
      <pc:sldChg chg="addSp delSp modSp mod">
        <pc:chgData name="shshinde2580@gmail.com" userId="86fdf0c531315612" providerId="LiveId" clId="{80EF1F59-5901-4077-BC9B-DA299863282D}" dt="2025-10-03T12:41:01.630" v="789" actId="115"/>
        <pc:sldMkLst>
          <pc:docMk/>
          <pc:sldMk cId="2895832050" sldId="268"/>
        </pc:sldMkLst>
        <pc:spChg chg="del">
          <ac:chgData name="shshinde2580@gmail.com" userId="86fdf0c531315612" providerId="LiveId" clId="{80EF1F59-5901-4077-BC9B-DA299863282D}" dt="2025-10-03T12:19:17.630" v="583" actId="21"/>
          <ac:spMkLst>
            <pc:docMk/>
            <pc:sldMk cId="2895832050" sldId="268"/>
            <ac:spMk id="2" creationId="{C2D4B24B-456E-6E8A-9966-A7EDF6021A69}"/>
          </ac:spMkLst>
        </pc:spChg>
        <pc:spChg chg="del">
          <ac:chgData name="shshinde2580@gmail.com" userId="86fdf0c531315612" providerId="LiveId" clId="{80EF1F59-5901-4077-BC9B-DA299863282D}" dt="2025-10-03T12:19:20.916" v="584" actId="21"/>
          <ac:spMkLst>
            <pc:docMk/>
            <pc:sldMk cId="2895832050" sldId="268"/>
            <ac:spMk id="3" creationId="{EAE84A0F-B0B4-D4D6-3CA1-9F4995578989}"/>
          </ac:spMkLst>
        </pc:spChg>
        <pc:spChg chg="add mod">
          <ac:chgData name="shshinde2580@gmail.com" userId="86fdf0c531315612" providerId="LiveId" clId="{80EF1F59-5901-4077-BC9B-DA299863282D}" dt="2025-10-03T12:41:01.630" v="789" actId="115"/>
          <ac:spMkLst>
            <pc:docMk/>
            <pc:sldMk cId="2895832050" sldId="268"/>
            <ac:spMk id="7" creationId="{1CE7B431-2CFB-D1D9-7313-12DF15F3EF29}"/>
          </ac:spMkLst>
        </pc:spChg>
        <pc:spChg chg="add mod">
          <ac:chgData name="shshinde2580@gmail.com" userId="86fdf0c531315612" providerId="LiveId" clId="{80EF1F59-5901-4077-BC9B-DA299863282D}" dt="2025-10-03T12:25:40.061" v="644" actId="1076"/>
          <ac:spMkLst>
            <pc:docMk/>
            <pc:sldMk cId="2895832050" sldId="268"/>
            <ac:spMk id="10" creationId="{BD95B135-F985-749F-ACD5-C0F6F397419D}"/>
          </ac:spMkLst>
        </pc:spChg>
        <pc:graphicFrameChg chg="add del">
          <ac:chgData name="shshinde2580@gmail.com" userId="86fdf0c531315612" providerId="LiveId" clId="{80EF1F59-5901-4077-BC9B-DA299863282D}" dt="2025-10-03T12:19:48.331" v="587" actId="3680"/>
          <ac:graphicFrameMkLst>
            <pc:docMk/>
            <pc:sldMk cId="2895832050" sldId="268"/>
            <ac:graphicFrameMk id="4" creationId="{C95C7BFC-A779-89FF-29DF-73F05B89732E}"/>
          </ac:graphicFrameMkLst>
        </pc:graphicFrameChg>
        <pc:graphicFrameChg chg="add mod modGraphic">
          <ac:chgData name="shshinde2580@gmail.com" userId="86fdf0c531315612" providerId="LiveId" clId="{80EF1F59-5901-4077-BC9B-DA299863282D}" dt="2025-10-03T12:32:47.160" v="708" actId="14734"/>
          <ac:graphicFrameMkLst>
            <pc:docMk/>
            <pc:sldMk cId="2895832050" sldId="268"/>
            <ac:graphicFrameMk id="5" creationId="{8270EE38-F547-77E4-1412-094A59FE1AB3}"/>
          </ac:graphicFrameMkLst>
        </pc:graphicFrameChg>
        <pc:graphicFrameChg chg="add mod modGraphic">
          <ac:chgData name="shshinde2580@gmail.com" userId="86fdf0c531315612" providerId="LiveId" clId="{80EF1F59-5901-4077-BC9B-DA299863282D}" dt="2025-10-03T12:32:27.793" v="704" actId="122"/>
          <ac:graphicFrameMkLst>
            <pc:docMk/>
            <pc:sldMk cId="2895832050" sldId="268"/>
            <ac:graphicFrameMk id="8" creationId="{9FD803AC-4CD1-F06E-AB5B-BAD91BEC76CF}"/>
          </ac:graphicFrameMkLst>
        </pc:graphicFrameChg>
      </pc:sldChg>
      <pc:sldChg chg="addSp delSp modSp mod">
        <pc:chgData name="shshinde2580@gmail.com" userId="86fdf0c531315612" providerId="LiveId" clId="{80EF1F59-5901-4077-BC9B-DA299863282D}" dt="2025-10-03T12:41:10.279" v="793" actId="114"/>
        <pc:sldMkLst>
          <pc:docMk/>
          <pc:sldMk cId="3980610792" sldId="269"/>
        </pc:sldMkLst>
        <pc:spChg chg="del">
          <ac:chgData name="shshinde2580@gmail.com" userId="86fdf0c531315612" providerId="LiveId" clId="{80EF1F59-5901-4077-BC9B-DA299863282D}" dt="2025-10-03T12:32:56.719" v="710" actId="21"/>
          <ac:spMkLst>
            <pc:docMk/>
            <pc:sldMk cId="3980610792" sldId="269"/>
            <ac:spMk id="2" creationId="{717AE214-81EC-2486-9BE2-9AF3F588DB4D}"/>
          </ac:spMkLst>
        </pc:spChg>
        <pc:spChg chg="del">
          <ac:chgData name="shshinde2580@gmail.com" userId="86fdf0c531315612" providerId="LiveId" clId="{80EF1F59-5901-4077-BC9B-DA299863282D}" dt="2025-10-03T12:33:00.702" v="711" actId="21"/>
          <ac:spMkLst>
            <pc:docMk/>
            <pc:sldMk cId="3980610792" sldId="269"/>
            <ac:spMk id="3" creationId="{EA94033B-AC3A-E039-8795-BFA15D62F3DD}"/>
          </ac:spMkLst>
        </pc:spChg>
        <pc:spChg chg="add mod">
          <ac:chgData name="shshinde2580@gmail.com" userId="86fdf0c531315612" providerId="LiveId" clId="{80EF1F59-5901-4077-BC9B-DA299863282D}" dt="2025-10-03T12:40:56.716" v="788" actId="115"/>
          <ac:spMkLst>
            <pc:docMk/>
            <pc:sldMk cId="3980610792" sldId="269"/>
            <ac:spMk id="5" creationId="{9BB556A0-CE8B-1DE6-71AC-6630AE3BDDAF}"/>
          </ac:spMkLst>
        </pc:spChg>
        <pc:spChg chg="add mod">
          <ac:chgData name="shshinde2580@gmail.com" userId="86fdf0c531315612" providerId="LiveId" clId="{80EF1F59-5901-4077-BC9B-DA299863282D}" dt="2025-10-03T12:41:10.279" v="793" actId="114"/>
          <ac:spMkLst>
            <pc:docMk/>
            <pc:sldMk cId="3980610792" sldId="269"/>
            <ac:spMk id="8" creationId="{4F2763D7-6488-CBFD-67CA-EC56AD93D200}"/>
          </ac:spMkLst>
        </pc:spChg>
        <pc:graphicFrameChg chg="add mod modGraphic">
          <ac:chgData name="shshinde2580@gmail.com" userId="86fdf0c531315612" providerId="LiveId" clId="{80EF1F59-5901-4077-BC9B-DA299863282D}" dt="2025-10-03T12:40:49.999" v="786" actId="1076"/>
          <ac:graphicFrameMkLst>
            <pc:docMk/>
            <pc:sldMk cId="3980610792" sldId="269"/>
            <ac:graphicFrameMk id="6" creationId="{F4292515-3EC6-E184-8211-6711B804AA9C}"/>
          </ac:graphicFrameMkLst>
        </pc:graphicFrameChg>
      </pc:sldChg>
      <pc:sldChg chg="addSp delSp modSp mod">
        <pc:chgData name="shshinde2580@gmail.com" userId="86fdf0c531315612" providerId="LiveId" clId="{80EF1F59-5901-4077-BC9B-DA299863282D}" dt="2025-10-03T12:46:49.229" v="859" actId="1076"/>
        <pc:sldMkLst>
          <pc:docMk/>
          <pc:sldMk cId="29901313" sldId="270"/>
        </pc:sldMkLst>
        <pc:spChg chg="del">
          <ac:chgData name="shshinde2580@gmail.com" userId="86fdf0c531315612" providerId="LiveId" clId="{80EF1F59-5901-4077-BC9B-DA299863282D}" dt="2025-10-03T12:41:15.701" v="794" actId="21"/>
          <ac:spMkLst>
            <pc:docMk/>
            <pc:sldMk cId="29901313" sldId="270"/>
            <ac:spMk id="2" creationId="{30204D54-970E-B81C-42A2-3BDFD6273AA0}"/>
          </ac:spMkLst>
        </pc:spChg>
        <pc:spChg chg="del">
          <ac:chgData name="shshinde2580@gmail.com" userId="86fdf0c531315612" providerId="LiveId" clId="{80EF1F59-5901-4077-BC9B-DA299863282D}" dt="2025-10-03T12:41:18.819" v="795" actId="21"/>
          <ac:spMkLst>
            <pc:docMk/>
            <pc:sldMk cId="29901313" sldId="270"/>
            <ac:spMk id="3" creationId="{BEEB2C46-12B2-7A9B-E496-521DFF6F9475}"/>
          </ac:spMkLst>
        </pc:spChg>
        <pc:spChg chg="add mod">
          <ac:chgData name="shshinde2580@gmail.com" userId="86fdf0c531315612" providerId="LiveId" clId="{80EF1F59-5901-4077-BC9B-DA299863282D}" dt="2025-10-03T12:44:33.460" v="831" actId="115"/>
          <ac:spMkLst>
            <pc:docMk/>
            <pc:sldMk cId="29901313" sldId="270"/>
            <ac:spMk id="7" creationId="{070852FB-2760-CD5E-0252-361D6E7DC712}"/>
          </ac:spMkLst>
        </pc:spChg>
        <pc:graphicFrameChg chg="add del">
          <ac:chgData name="shshinde2580@gmail.com" userId="86fdf0c531315612" providerId="LiveId" clId="{80EF1F59-5901-4077-BC9B-DA299863282D}" dt="2025-10-03T12:41:41.179" v="797" actId="21"/>
          <ac:graphicFrameMkLst>
            <pc:docMk/>
            <pc:sldMk cId="29901313" sldId="270"/>
            <ac:graphicFrameMk id="4" creationId="{378EF4E0-1553-CE22-E7F5-F999F85A411A}"/>
          </ac:graphicFrameMkLst>
        </pc:graphicFrameChg>
        <pc:graphicFrameChg chg="add mod modGraphic">
          <ac:chgData name="shshinde2580@gmail.com" userId="86fdf0c531315612" providerId="LiveId" clId="{80EF1F59-5901-4077-BC9B-DA299863282D}" dt="2025-10-03T12:44:08.254" v="825" actId="122"/>
          <ac:graphicFrameMkLst>
            <pc:docMk/>
            <pc:sldMk cId="29901313" sldId="270"/>
            <ac:graphicFrameMk id="5" creationId="{ADD3A095-B75E-3E89-007B-60C3A7B9AB57}"/>
          </ac:graphicFrameMkLst>
        </pc:graphicFrameChg>
        <pc:graphicFrameChg chg="add mod modGraphic">
          <ac:chgData name="shshinde2580@gmail.com" userId="86fdf0c531315612" providerId="LiveId" clId="{80EF1F59-5901-4077-BC9B-DA299863282D}" dt="2025-10-03T12:46:49.229" v="859" actId="1076"/>
          <ac:graphicFrameMkLst>
            <pc:docMk/>
            <pc:sldMk cId="29901313" sldId="270"/>
            <ac:graphicFrameMk id="8" creationId="{77BD7281-EDC1-9AC4-6F2E-0E92ED74FFA6}"/>
          </ac:graphicFrameMkLst>
        </pc:graphicFrameChg>
      </pc:sldChg>
      <pc:sldChg chg="del">
        <pc:chgData name="shshinde2580@gmail.com" userId="86fdf0c531315612" providerId="LiveId" clId="{80EF1F59-5901-4077-BC9B-DA299863282D}" dt="2025-10-03T12:47:04.200" v="860" actId="2696"/>
        <pc:sldMkLst>
          <pc:docMk/>
          <pc:sldMk cId="674092346" sldId="271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4094943168" sldId="272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2757687003" sldId="273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114022823" sldId="274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2013384607" sldId="275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4106327661" sldId="276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2633635431" sldId="277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2268500276" sldId="278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3516230330" sldId="279"/>
        </pc:sldMkLst>
      </pc:sldChg>
      <pc:sldChg chg="del">
        <pc:chgData name="shshinde2580@gmail.com" userId="86fdf0c531315612" providerId="LiveId" clId="{80EF1F59-5901-4077-BC9B-DA299863282D}" dt="2025-10-03T12:47:24.790" v="863" actId="2696"/>
        <pc:sldMkLst>
          <pc:docMk/>
          <pc:sldMk cId="4183388440" sldId="280"/>
        </pc:sldMkLst>
      </pc:sldChg>
      <pc:sldChg chg="del">
        <pc:chgData name="shshinde2580@gmail.com" userId="86fdf0c531315612" providerId="LiveId" clId="{80EF1F59-5901-4077-BC9B-DA299863282D}" dt="2025-10-03T12:47:13.903" v="862" actId="2696"/>
        <pc:sldMkLst>
          <pc:docMk/>
          <pc:sldMk cId="2020844057" sldId="281"/>
        </pc:sldMkLst>
      </pc:sldChg>
      <pc:sldChg chg="del">
        <pc:chgData name="shshinde2580@gmail.com" userId="86fdf0c531315612" providerId="LiveId" clId="{80EF1F59-5901-4077-BC9B-DA299863282D}" dt="2025-10-03T12:47:08.580" v="861" actId="2696"/>
        <pc:sldMkLst>
          <pc:docMk/>
          <pc:sldMk cId="3343037301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8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41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69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46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77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49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93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28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5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3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235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557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3766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08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601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94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13E2C-21CF-49DB-BEBA-D6C1E8F93AF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16D45D-A6E4-4535-BC83-851FABBA0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8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8C36-5A88-4084-F966-72C94175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95A5-486C-7A81-2643-DA58A9CB5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024" y="2206488"/>
            <a:ext cx="8561272" cy="1679713"/>
          </a:xfrm>
        </p:spPr>
        <p:txBody>
          <a:bodyPr/>
          <a:lstStyle/>
          <a:p>
            <a:pPr algn="ctr"/>
            <a:r>
              <a:rPr lang="en-US" dirty="0"/>
              <a:t>INTRODUCTION OF PYTHON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67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A15F2F-811F-ED0C-30DF-CAD6A5A95D7D}"/>
              </a:ext>
            </a:extLst>
          </p:cNvPr>
          <p:cNvSpPr txBox="1"/>
          <p:nvPr/>
        </p:nvSpPr>
        <p:spPr>
          <a:xfrm>
            <a:off x="805069" y="117693"/>
            <a:ext cx="881600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1.1 features of python 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Introduction to Python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is a high-level, interpreted, general-purpose programming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Guido van Rossum in 1991.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widely used in web development, data science, AI, machine learning, automation, and software development.</a:t>
            </a:r>
          </a:p>
          <a:p>
            <a:endParaRPr lang="en-IN" dirty="0"/>
          </a:p>
          <a:p>
            <a:r>
              <a:rPr lang="en-US" b="1" u="sng" dirty="0"/>
              <a:t>1.1 Features of Python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Simple and Easy</a:t>
            </a:r>
            <a:r>
              <a:rPr lang="en-US" dirty="0"/>
              <a:t> – Easy to read and write like English.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Interpreted</a:t>
            </a:r>
            <a:r>
              <a:rPr lang="en-US" dirty="0"/>
              <a:t> – Executes code line by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High-Level</a:t>
            </a:r>
            <a:r>
              <a:rPr lang="en-US" dirty="0"/>
              <a:t> – User-friendly, hides complex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Portable</a:t>
            </a:r>
            <a:r>
              <a:rPr lang="en-US" dirty="0"/>
              <a:t> – Runs on any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Object-Oriented</a:t>
            </a:r>
            <a:r>
              <a:rPr lang="en-US" dirty="0"/>
              <a:t> – Supports classes &amp;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Open Source</a:t>
            </a:r>
            <a:r>
              <a:rPr lang="en-US" dirty="0"/>
              <a:t> – Free to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Rich Libraries</a:t>
            </a:r>
            <a:r>
              <a:rPr lang="en-US" dirty="0"/>
              <a:t> – Large collection of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Dynamic Typing</a:t>
            </a:r>
            <a:r>
              <a:rPr lang="en-US" dirty="0"/>
              <a:t> – No need to declare variable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Extensible &amp; Embeddable</a:t>
            </a:r>
            <a:r>
              <a:rPr lang="en-US" dirty="0"/>
              <a:t> – Can use with C/C++.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GUI Support</a:t>
            </a:r>
            <a:r>
              <a:rPr lang="en-US" dirty="0"/>
              <a:t> – For desktop apps.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Large Community</a:t>
            </a:r>
            <a:r>
              <a:rPr lang="en-US" dirty="0"/>
              <a:t> – Good support &amp;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Versatile</a:t>
            </a:r>
            <a:r>
              <a:rPr lang="en-US" dirty="0"/>
              <a:t> – Used in many fields (web, AI, data science,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07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E56E-0FEE-96DA-988A-7A8E1DB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85153F-D3D3-5F5C-4B54-0A1C370461F1}"/>
              </a:ext>
            </a:extLst>
          </p:cNvPr>
          <p:cNvSpPr txBox="1"/>
          <p:nvPr/>
        </p:nvSpPr>
        <p:spPr>
          <a:xfrm>
            <a:off x="675859" y="474345"/>
            <a:ext cx="918375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1.2 python Building Blocks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Identifiers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Identifiers are the </a:t>
            </a:r>
            <a:r>
              <a:rPr lang="en-US" b="1" dirty="0"/>
              <a:t>names</a:t>
            </a:r>
            <a:r>
              <a:rPr lang="en-US" dirty="0"/>
              <a:t> given to variables, functions, classes,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Must start with a letter or underscore (</a:t>
            </a:r>
            <a:r>
              <a:rPr lang="en-US" dirty="0">
                <a:latin typeface="Courier New" panose="02070309020205020404" pitchFamily="49" charset="0"/>
              </a:rPr>
              <a:t>_</a:t>
            </a:r>
            <a:r>
              <a:rPr lang="en-U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Cannot start with a digit.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contain letters, digits, and underscores.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Case-sensitive (</a:t>
            </a: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 are different).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</a:rPr>
              <a:t>studentName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_count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total_1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2. 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Keywords are </a:t>
            </a:r>
            <a:r>
              <a:rPr lang="en-US" b="1" dirty="0"/>
              <a:t>reserved words</a:t>
            </a:r>
            <a:r>
              <a:rPr lang="en-US" dirty="0"/>
              <a:t> in Python with predefined meanings.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used as identifiers.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else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while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for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class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def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import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return</a:t>
            </a:r>
            <a:r>
              <a:rPr lang="en-US" dirty="0"/>
              <a:t>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has </a:t>
            </a:r>
            <a:r>
              <a:rPr lang="en-US" b="1" dirty="0"/>
              <a:t>35+ keywords</a:t>
            </a:r>
            <a:r>
              <a:rPr lang="en-US" dirty="0"/>
              <a:t> (varies by version).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3. Indentation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uses </a:t>
            </a:r>
            <a:r>
              <a:rPr lang="en-US" b="1" dirty="0"/>
              <a:t>indentation (spaces/tabs)</a:t>
            </a:r>
            <a:r>
              <a:rPr lang="en-US" dirty="0"/>
              <a:t> to define code blocks (instead of </a:t>
            </a:r>
            <a:r>
              <a:rPr lang="en-US" dirty="0">
                <a:latin typeface="Courier New" panose="02070309020205020404" pitchFamily="49" charset="0"/>
              </a:rPr>
              <a:t>{ }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Incorrect indentation will cause an error.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65262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BA35B-F857-BF25-946F-56878853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5BB157-A2DB-275B-10F5-AFDCEAC934ED}"/>
              </a:ext>
            </a:extLst>
          </p:cNvPr>
          <p:cNvSpPr txBox="1"/>
          <p:nvPr/>
        </p:nvSpPr>
        <p:spPr>
          <a:xfrm>
            <a:off x="954156" y="104218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if True:</a:t>
            </a:r>
          </a:p>
          <a:p>
            <a:r>
              <a:rPr lang="en-IN" b="1" dirty="0"/>
              <a:t>    print("Hello")   # Indented → inside if 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6F62E-0FF7-33F2-8810-A3B16794A70A}"/>
              </a:ext>
            </a:extLst>
          </p:cNvPr>
          <p:cNvSpPr txBox="1"/>
          <p:nvPr/>
        </p:nvSpPr>
        <p:spPr>
          <a:xfrm>
            <a:off x="954156" y="1079549"/>
            <a:ext cx="8398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variable is a </a:t>
            </a:r>
            <a:r>
              <a:rPr lang="en-US" b="1" dirty="0"/>
              <a:t>named memory location</a:t>
            </a:r>
            <a:r>
              <a:rPr lang="en-US" dirty="0"/>
              <a:t> to store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need to declare type (Python is dynamically typed).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31705-EF28-BC63-B3EE-986C54A41C51}"/>
              </a:ext>
            </a:extLst>
          </p:cNvPr>
          <p:cNvSpPr txBox="1"/>
          <p:nvPr/>
        </p:nvSpPr>
        <p:spPr>
          <a:xfrm>
            <a:off x="954156" y="2556877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x = 10</a:t>
            </a:r>
          </a:p>
          <a:p>
            <a:r>
              <a:rPr lang="en-IN" b="1" dirty="0"/>
              <a:t>name = "Siddhi</a:t>
            </a:r>
            <a:r>
              <a:rPr lang="en-IN" dirty="0"/>
              <a:t>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63C77-74BD-EEBC-5E42-67DCE08A06A2}"/>
              </a:ext>
            </a:extLst>
          </p:cNvPr>
          <p:cNvSpPr txBox="1"/>
          <p:nvPr/>
        </p:nvSpPr>
        <p:spPr>
          <a:xfrm>
            <a:off x="954156" y="3480207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Comments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explain code; ignored by Python interpreter.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Single-line comment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 This is a comment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Multi-line comment</a:t>
            </a:r>
            <a:r>
              <a:rPr lang="en-US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F3FD6-B614-7210-9ED9-7CE2E30C879B}"/>
              </a:ext>
            </a:extLst>
          </p:cNvPr>
          <p:cNvSpPr txBox="1"/>
          <p:nvPr/>
        </p:nvSpPr>
        <p:spPr>
          <a:xfrm>
            <a:off x="954156" y="4957535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"""</a:t>
            </a:r>
          </a:p>
          <a:p>
            <a:r>
              <a:rPr lang="en-IN" b="1" dirty="0"/>
              <a:t>This is a </a:t>
            </a:r>
          </a:p>
          <a:p>
            <a:r>
              <a:rPr lang="en-IN" b="1" dirty="0"/>
              <a:t>multi-line comment</a:t>
            </a:r>
          </a:p>
          <a:p>
            <a:r>
              <a:rPr lang="en-IN" b="1" dirty="0"/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161246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646F-D388-E595-687B-67794E84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FF10C-48DB-13BF-06F1-F906B7A9621E}"/>
              </a:ext>
            </a:extLst>
          </p:cNvPr>
          <p:cNvSpPr txBox="1"/>
          <p:nvPr/>
        </p:nvSpPr>
        <p:spPr>
          <a:xfrm>
            <a:off x="944217" y="279107"/>
            <a:ext cx="8458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1.3 Python Environment Setup</a:t>
            </a:r>
          </a:p>
          <a:p>
            <a:pPr>
              <a:buNone/>
            </a:pPr>
            <a:endParaRPr lang="en-IN" b="1" u="sng" dirty="0"/>
          </a:p>
          <a:p>
            <a:pPr marL="342900" indent="-342900">
              <a:buAutoNum type="arabicPeriod"/>
            </a:pPr>
            <a:r>
              <a:rPr lang="en-IN" b="1" dirty="0"/>
              <a:t>Installation</a:t>
            </a:r>
          </a:p>
          <a:p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Step 1:</a:t>
            </a:r>
            <a:r>
              <a:rPr lang="en-IN" dirty="0"/>
              <a:t> Download Python from the official website </a:t>
            </a:r>
            <a:r>
              <a:rPr lang="en-IN" dirty="0">
                <a:hlinkClick r:id="rId2"/>
              </a:rPr>
              <a:t>python.org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Step 2:</a:t>
            </a:r>
            <a:r>
              <a:rPr lang="en-IN" dirty="0"/>
              <a:t> Choose the latest stable version (Windows, Linux, or Mac).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Step 3:</a:t>
            </a:r>
            <a:r>
              <a:rPr lang="en-IN" dirty="0"/>
              <a:t> Run the installer → Select </a:t>
            </a:r>
            <a:r>
              <a:rPr lang="en-IN" b="1" dirty="0"/>
              <a:t>“Add Python to PATH”</a:t>
            </a:r>
            <a:r>
              <a:rPr lang="en-IN" dirty="0"/>
              <a:t> option → Click </a:t>
            </a:r>
            <a:r>
              <a:rPr lang="en-IN" b="1" dirty="0"/>
              <a:t>Install Now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Step 4:</a:t>
            </a:r>
            <a:r>
              <a:rPr lang="en-IN" dirty="0"/>
              <a:t> Verify installation: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Open </a:t>
            </a:r>
            <a:r>
              <a:rPr lang="en-IN" b="1" dirty="0"/>
              <a:t>Command Prompt/Terminal</a:t>
            </a:r>
          </a:p>
          <a:p>
            <a:pPr lvl="1"/>
            <a:r>
              <a:rPr lang="en-IN" b="1" dirty="0"/>
              <a:t>python --version</a:t>
            </a:r>
          </a:p>
          <a:p>
            <a:pPr lvl="1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276B4-9EB2-E560-6D64-FBDE9AF02415}"/>
              </a:ext>
            </a:extLst>
          </p:cNvPr>
          <p:cNvSpPr txBox="1"/>
          <p:nvPr/>
        </p:nvSpPr>
        <p:spPr>
          <a:xfrm>
            <a:off x="785190" y="3695427"/>
            <a:ext cx="87762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Working on IDE (Integrated Development Environment)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An </a:t>
            </a:r>
            <a:r>
              <a:rPr lang="en-US" b="1" dirty="0"/>
              <a:t>IDE</a:t>
            </a:r>
            <a:r>
              <a:rPr lang="en-US" dirty="0"/>
              <a:t> is software that helps to write, run, and debug Python programs easily.</a:t>
            </a:r>
          </a:p>
          <a:p>
            <a:pPr>
              <a:buNone/>
            </a:pPr>
            <a:r>
              <a:rPr lang="en-US" b="1" dirty="0"/>
              <a:t>Common IDEs for Python: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IDLE (Default IDE)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51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C513E-278B-3D79-0CE8-EA31CDCA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EDF674-C692-5F07-6558-976D12A4727F}"/>
              </a:ext>
            </a:extLst>
          </p:cNvPr>
          <p:cNvSpPr txBox="1"/>
          <p:nvPr/>
        </p:nvSpPr>
        <p:spPr>
          <a:xfrm>
            <a:off x="775252" y="197346"/>
            <a:ext cx="844826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1.4 Python Data Types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Python Data Types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Python supports different data types that allow us to store and manipulate different kinds of data.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1.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Numbers represent numeric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int</a:t>
            </a:r>
            <a:r>
              <a:rPr lang="en-US" b="1" dirty="0"/>
              <a:t> </a:t>
            </a:r>
            <a:r>
              <a:rPr lang="en-US" dirty="0"/>
              <a:t>→ Integer (whole numbers)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float</a:t>
            </a:r>
            <a:r>
              <a:rPr lang="en-US" dirty="0"/>
              <a:t> → Decimal numbers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complex</a:t>
            </a:r>
            <a:r>
              <a:rPr lang="en-US" dirty="0"/>
              <a:t> → Numbers with real and imaginary part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Declaration &amp; Example:</a:t>
            </a:r>
          </a:p>
          <a:p>
            <a:pPr>
              <a:buNone/>
            </a:pPr>
            <a:r>
              <a:rPr lang="en-US" dirty="0"/>
              <a:t>a = 10        # int</a:t>
            </a:r>
          </a:p>
          <a:p>
            <a:pPr>
              <a:buNone/>
            </a:pPr>
            <a:r>
              <a:rPr lang="en-US" dirty="0"/>
              <a:t>b = 3.14      # float</a:t>
            </a:r>
          </a:p>
          <a:p>
            <a:pPr>
              <a:buNone/>
            </a:pPr>
            <a:r>
              <a:rPr lang="en-US" dirty="0"/>
              <a:t>c = 2 + 5j    # complex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print(type(a))  # &lt;class 'int'&gt;</a:t>
            </a:r>
          </a:p>
          <a:p>
            <a:pPr>
              <a:buNone/>
            </a:pPr>
            <a:r>
              <a:rPr lang="en-US" dirty="0"/>
              <a:t>print(type(b))  # &lt;class 'float'&gt;</a:t>
            </a:r>
          </a:p>
          <a:p>
            <a:pPr>
              <a:buNone/>
            </a:pPr>
            <a:r>
              <a:rPr lang="en-US" dirty="0"/>
              <a:t>print(type(c))  # &lt;class 'complex'&gt;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7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9E643-D7FA-5DE3-DE94-4C111541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2B9B93-2EDF-76E1-C9CA-D63D7F9DD797}"/>
              </a:ext>
            </a:extLst>
          </p:cNvPr>
          <p:cNvSpPr txBox="1"/>
          <p:nvPr/>
        </p:nvSpPr>
        <p:spPr>
          <a:xfrm>
            <a:off x="854765" y="0"/>
            <a:ext cx="9670774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2. String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string is a sequence of characters enclosed in single </a:t>
            </a:r>
            <a:r>
              <a:rPr lang="en-US" dirty="0">
                <a:latin typeface="Courier New" panose="02070309020205020404" pitchFamily="49" charset="0"/>
              </a:rPr>
              <a:t>' '</a:t>
            </a:r>
            <a:r>
              <a:rPr lang="en-US" dirty="0"/>
              <a:t> or double </a:t>
            </a:r>
            <a:r>
              <a:rPr lang="en-US" dirty="0">
                <a:latin typeface="Courier New" panose="02070309020205020404" pitchFamily="49" charset="0"/>
              </a:rPr>
              <a:t>" "</a:t>
            </a:r>
            <a:r>
              <a:rPr lang="en-US" dirty="0"/>
              <a:t> quotes.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Strings are immutable (cannot be changed directly).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Declaration &amp; Example</a:t>
            </a:r>
          </a:p>
          <a:p>
            <a:pPr>
              <a:buNone/>
            </a:pPr>
            <a:r>
              <a:rPr lang="en-US" dirty="0"/>
              <a:t>name = "Python"</a:t>
            </a:r>
          </a:p>
          <a:p>
            <a:pPr>
              <a:buNone/>
            </a:pPr>
            <a:r>
              <a:rPr lang="en-US" dirty="0"/>
              <a:t>print(name)          # Python</a:t>
            </a:r>
          </a:p>
          <a:p>
            <a:pPr>
              <a:buNone/>
            </a:pPr>
            <a:r>
              <a:rPr lang="en-US" dirty="0"/>
              <a:t>print(name[0])       # P (accessing by index)</a:t>
            </a:r>
          </a:p>
          <a:p>
            <a:pPr>
              <a:buNone/>
            </a:pPr>
            <a:r>
              <a:rPr lang="en-US" dirty="0"/>
              <a:t>print(name[0:3])     # Pyt (slicing)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3. Tuple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Tuple is an ordered collection of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Written in () parentheses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Immutable (cannot be modified)</a:t>
            </a:r>
          </a:p>
          <a:p>
            <a:pPr lvl="1"/>
            <a:endParaRPr lang="en-US" dirty="0"/>
          </a:p>
          <a:p>
            <a:r>
              <a:rPr lang="en-US" b="1" dirty="0"/>
              <a:t>Declaration &amp; Example:</a:t>
            </a:r>
          </a:p>
          <a:p>
            <a:r>
              <a:rPr lang="fr-FR" dirty="0"/>
              <a:t>t = (1, 2, 3, "Hello")</a:t>
            </a:r>
          </a:p>
          <a:p>
            <a:r>
              <a:rPr lang="fr-FR" dirty="0"/>
              <a:t>print(t)          # (1, 2, 3, 'Hello')</a:t>
            </a:r>
          </a:p>
          <a:p>
            <a:r>
              <a:rPr lang="fr-FR" dirty="0"/>
              <a:t>print(t[1])       # 2</a:t>
            </a:r>
          </a:p>
          <a:p>
            <a:r>
              <a:rPr lang="fr-FR" dirty="0"/>
              <a:t># t[0] = 5  # ❌ Error (Tuples are immutable)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4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F09B-2266-7B30-BC40-280DB7D6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B3CF8C-F4A6-CD4E-C4F3-563829DE57F8}"/>
              </a:ext>
            </a:extLst>
          </p:cNvPr>
          <p:cNvSpPr txBox="1"/>
          <p:nvPr/>
        </p:nvSpPr>
        <p:spPr>
          <a:xfrm>
            <a:off x="775253" y="126690"/>
            <a:ext cx="85774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4. Array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Array is a collection of elements of the </a:t>
            </a:r>
            <a:r>
              <a:rPr lang="en-US" b="1" dirty="0"/>
              <a:t>same type</a:t>
            </a:r>
            <a:r>
              <a:rPr lang="en-US" dirty="0"/>
              <a:t>, more efficient for numerical operations than lists.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Python, arrays are available through the </a:t>
            </a:r>
            <a:r>
              <a:rPr lang="en-US" b="1" dirty="0"/>
              <a:t>array</a:t>
            </a:r>
            <a:r>
              <a:rPr lang="en-US" dirty="0"/>
              <a:t> module or </a:t>
            </a:r>
            <a:r>
              <a:rPr lang="en-US" b="1" dirty="0"/>
              <a:t>NumPy</a:t>
            </a:r>
            <a:r>
              <a:rPr lang="en-US" dirty="0"/>
              <a:t> library.</a:t>
            </a:r>
          </a:p>
          <a:p>
            <a:pPr>
              <a:buNone/>
            </a:pPr>
            <a:r>
              <a:rPr lang="en-US" b="1" dirty="0"/>
              <a:t>Declaration &amp; Example (using array module):</a:t>
            </a:r>
          </a:p>
          <a:p>
            <a:pPr>
              <a:buNone/>
            </a:pPr>
            <a:r>
              <a:rPr lang="en-US" dirty="0"/>
              <a:t>import array as arr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= arr.array('i', [1, 2, 3, 4])   # 'i' = integer type</a:t>
            </a:r>
          </a:p>
          <a:p>
            <a:pPr>
              <a:buNone/>
            </a:pPr>
            <a:r>
              <a:rPr lang="en-US" dirty="0"/>
              <a:t>print(a)          # array('i', [1, 2, 3, 4])</a:t>
            </a:r>
          </a:p>
          <a:p>
            <a:pPr>
              <a:buNone/>
            </a:pPr>
            <a:r>
              <a:rPr lang="en-US" dirty="0"/>
              <a:t>print(a[2])       # 3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5BF52-2131-E994-F160-51F049F1DA98}"/>
              </a:ext>
            </a:extLst>
          </p:cNvPr>
          <p:cNvSpPr txBox="1"/>
          <p:nvPr/>
        </p:nvSpPr>
        <p:spPr>
          <a:xfrm>
            <a:off x="626164" y="3914147"/>
            <a:ext cx="90943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5. List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list is an ordered, mutable collection of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Written in </a:t>
            </a:r>
            <a:r>
              <a:rPr lang="en-US" dirty="0">
                <a:latin typeface="Courier New" panose="02070309020205020404" pitchFamily="49" charset="0"/>
              </a:rPr>
              <a:t>[]</a:t>
            </a:r>
            <a:r>
              <a:rPr lang="en-US" dirty="0"/>
              <a:t> square brackets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store different data types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Declaration &amp; 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63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9B089-BEB7-FA92-B126-4F496C05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E4858F-CC90-4B50-7E05-2EDCA24966C6}"/>
              </a:ext>
            </a:extLst>
          </p:cNvPr>
          <p:cNvSpPr txBox="1"/>
          <p:nvPr/>
        </p:nvSpPr>
        <p:spPr>
          <a:xfrm>
            <a:off x="894523" y="126689"/>
            <a:ext cx="85774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 = [10, 20, "Python", 3.14]</a:t>
            </a:r>
          </a:p>
          <a:p>
            <a:r>
              <a:rPr lang="en-IN" dirty="0"/>
              <a:t>print(l)          # [10, 20, 'Python', 3.14]</a:t>
            </a:r>
          </a:p>
          <a:p>
            <a:r>
              <a:rPr lang="en-IN" dirty="0"/>
              <a:t>l.append(50)      # Adding element</a:t>
            </a:r>
          </a:p>
          <a:p>
            <a:r>
              <a:rPr lang="en-IN" dirty="0"/>
              <a:t>print(l)          # [10, 20, 'Python', 3.14, 50]</a:t>
            </a:r>
          </a:p>
          <a:p>
            <a:r>
              <a:rPr lang="en-IN" dirty="0"/>
              <a:t>l[0] = 100        # Updating element</a:t>
            </a:r>
          </a:p>
          <a:p>
            <a:r>
              <a:rPr lang="en-IN" dirty="0"/>
              <a:t>print(l)          # [100, 20, 'Python', 3.14, 50]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6E99B-E2EE-6A1F-FBD6-3696D2EB4A44}"/>
              </a:ext>
            </a:extLst>
          </p:cNvPr>
          <p:cNvSpPr txBox="1"/>
          <p:nvPr/>
        </p:nvSpPr>
        <p:spPr>
          <a:xfrm>
            <a:off x="596349" y="2105873"/>
            <a:ext cx="857746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6. Dictionary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dictionary is a collection of key-value pairs.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Written in </a:t>
            </a:r>
            <a:r>
              <a:rPr lang="en-US" dirty="0">
                <a:latin typeface="Courier New" panose="02070309020205020404" pitchFamily="49" charset="0"/>
              </a:rPr>
              <a:t>{}</a:t>
            </a:r>
            <a:r>
              <a:rPr lang="en-US" dirty="0"/>
              <a:t> curly braces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Keys must be unique and immutable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Values can be any type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Declaration &amp; Example:</a:t>
            </a:r>
          </a:p>
          <a:p>
            <a:pPr>
              <a:buNone/>
            </a:pPr>
            <a:r>
              <a:rPr lang="en-US" dirty="0"/>
              <a:t>d = {"name": "Siddhi", "age": 20, "course": "Diploma IT"}</a:t>
            </a:r>
          </a:p>
          <a:p>
            <a:pPr>
              <a:buNone/>
            </a:pPr>
            <a:r>
              <a:rPr lang="en-US" dirty="0"/>
              <a:t>print(d)                # {'name': 'Siddhi', 'age': 20, 'course': 'Diploma IT'}</a:t>
            </a:r>
          </a:p>
          <a:p>
            <a:pPr>
              <a:buNone/>
            </a:pPr>
            <a:r>
              <a:rPr lang="en-US" dirty="0"/>
              <a:t>print(d["name"])        # Siddhi</a:t>
            </a:r>
          </a:p>
          <a:p>
            <a:pPr>
              <a:buNone/>
            </a:pPr>
            <a:r>
              <a:rPr lang="en-US" dirty="0"/>
              <a:t>d["age"] = 21           # Updating value</a:t>
            </a:r>
          </a:p>
          <a:p>
            <a:pPr>
              <a:buNone/>
            </a:pPr>
            <a:r>
              <a:rPr lang="en-US" dirty="0"/>
              <a:t>print(d)                # {'name': 'Siddhi', 'age': 21, 'course': 'Diploma IT'}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9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E474-89C7-BBE3-B136-C9E9822B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E4DEA7-8419-A8BE-68BF-ED1097EF7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580352"/>
              </p:ext>
            </p:extLst>
          </p:nvPr>
        </p:nvGraphicFramePr>
        <p:xfrm>
          <a:off x="884582" y="793143"/>
          <a:ext cx="8596312" cy="3383280"/>
        </p:xfrm>
        <a:graphic>
          <a:graphicData uri="http://schemas.openxmlformats.org/drawingml/2006/table">
            <a:tbl>
              <a:tblPr/>
              <a:tblGrid>
                <a:gridCol w="2149078">
                  <a:extLst>
                    <a:ext uri="{9D8B030D-6E8A-4147-A177-3AD203B41FA5}">
                      <a16:colId xmlns:a16="http://schemas.microsoft.com/office/drawing/2014/main" val="366904301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40026383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027154434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955585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</a:t>
                      </a:r>
                      <a:r>
                        <a:rPr lang="en-IN" b="0" dirty="0"/>
                        <a:t> </a:t>
                      </a:r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Mutable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404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int, float,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 = 10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0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 " or ' 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"Python"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37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(1, 2, 3)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78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arr.array('i',[1,2,3])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84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[10, "Hi", 3.14]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630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Dictionary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{ 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{"name":"Siddhi","age":20}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9457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97B063-2D0E-9D97-6A41-9580D9D2C35C}"/>
              </a:ext>
            </a:extLst>
          </p:cNvPr>
          <p:cNvSpPr txBox="1"/>
          <p:nvPr/>
        </p:nvSpPr>
        <p:spPr>
          <a:xfrm>
            <a:off x="884582" y="193021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Summary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94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31EB-846B-8E3B-2D3A-8EF216ED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ADC1E8-8E01-CE19-728E-00C7AC743C77}"/>
              </a:ext>
            </a:extLst>
          </p:cNvPr>
          <p:cNvSpPr txBox="1"/>
          <p:nvPr/>
        </p:nvSpPr>
        <p:spPr>
          <a:xfrm>
            <a:off x="924340" y="422919"/>
            <a:ext cx="80904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/>
              <a:t>Basic Operations in Python</a:t>
            </a:r>
          </a:p>
          <a:p>
            <a:endParaRPr lang="en-US" b="1" dirty="0"/>
          </a:p>
          <a:p>
            <a:pPr>
              <a:buNone/>
            </a:pPr>
            <a:r>
              <a:rPr lang="en-US" dirty="0"/>
              <a:t>In Python, operators are special symbols used to perform operations on variables and values.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FD0F7D-461C-EB6D-609A-B4F376F9E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579319"/>
              </p:ext>
            </p:extLst>
          </p:nvPr>
        </p:nvGraphicFramePr>
        <p:xfrm>
          <a:off x="675861" y="1938369"/>
          <a:ext cx="9020632" cy="2981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8718">
                  <a:extLst>
                    <a:ext uri="{9D8B030D-6E8A-4147-A177-3AD203B41FA5}">
                      <a16:colId xmlns:a16="http://schemas.microsoft.com/office/drawing/2014/main" val="3420313117"/>
                    </a:ext>
                  </a:extLst>
                </a:gridCol>
                <a:gridCol w="4661453">
                  <a:extLst>
                    <a:ext uri="{9D8B030D-6E8A-4147-A177-3AD203B41FA5}">
                      <a16:colId xmlns:a16="http://schemas.microsoft.com/office/drawing/2014/main" val="1985036799"/>
                    </a:ext>
                  </a:extLst>
                </a:gridCol>
                <a:gridCol w="1351721">
                  <a:extLst>
                    <a:ext uri="{9D8B030D-6E8A-4147-A177-3AD203B41FA5}">
                      <a16:colId xmlns:a16="http://schemas.microsoft.com/office/drawing/2014/main" val="4224079317"/>
                    </a:ext>
                  </a:extLst>
                </a:gridCol>
                <a:gridCol w="1838740">
                  <a:extLst>
                    <a:ext uri="{9D8B030D-6E8A-4147-A177-3AD203B41FA5}">
                      <a16:colId xmlns:a16="http://schemas.microsoft.com/office/drawing/2014/main" val="1085219555"/>
                    </a:ext>
                  </a:extLst>
                </a:gridCol>
              </a:tblGrid>
              <a:tr h="395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632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+ 5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87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_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10 - 5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3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*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24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6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Modulus (remainder)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10 %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546659"/>
                  </a:ext>
                </a:extLst>
              </a:tr>
              <a:tr h="3372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**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Exponent (power)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**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553017"/>
                  </a:ext>
                </a:extLst>
              </a:tr>
              <a:tr h="3372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//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Floor Division (quotient without decimal)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//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401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456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269B-12F8-F86F-236B-84B00DAF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C55F00-6C52-6D41-A82E-C2CED83DD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036286"/>
              </p:ext>
            </p:extLst>
          </p:nvPr>
        </p:nvGraphicFramePr>
        <p:xfrm>
          <a:off x="1025939" y="1322716"/>
          <a:ext cx="81280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02051382"/>
                    </a:ext>
                  </a:extLst>
                </a:gridCol>
                <a:gridCol w="2774122">
                  <a:extLst>
                    <a:ext uri="{9D8B030D-6E8A-4147-A177-3AD203B41FA5}">
                      <a16:colId xmlns:a16="http://schemas.microsoft.com/office/drawing/2014/main" val="2714028267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val="4023790854"/>
                    </a:ext>
                  </a:extLst>
                </a:gridCol>
                <a:gridCol w="1582530">
                  <a:extLst>
                    <a:ext uri="{9D8B030D-6E8A-4147-A177-3AD203B41FA5}">
                      <a16:colId xmlns:a16="http://schemas.microsoft.com/office/drawing/2014/main" val="4160723989"/>
                    </a:ext>
                  </a:extLst>
                </a:gridCol>
              </a:tblGrid>
              <a:tr h="33513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Result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55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 ==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85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 !=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815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&gt;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84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&lt;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144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&gt;=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than or equal 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&gt;=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372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than or equal 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 &lt;=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003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7BCE95-7870-7B37-67A9-0E5E437DC1B7}"/>
              </a:ext>
            </a:extLst>
          </p:cNvPr>
          <p:cNvSpPr txBox="1"/>
          <p:nvPr/>
        </p:nvSpPr>
        <p:spPr>
          <a:xfrm>
            <a:off x="1013791" y="124744"/>
            <a:ext cx="8127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2. Comparison / Relational Operators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Used to compare values. The result is always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05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6FE6-80AC-DB85-066A-26E607B8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D95B135-F985-749F-ACD5-C0F6F397419D}"/>
              </a:ext>
            </a:extLst>
          </p:cNvPr>
          <p:cNvSpPr txBox="1"/>
          <p:nvPr/>
        </p:nvSpPr>
        <p:spPr>
          <a:xfrm>
            <a:off x="904458" y="32986"/>
            <a:ext cx="83786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3. Logical Operators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Used to combine conditional statements.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70EE38-F547-77E4-1412-094A59FE1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39303"/>
              </p:ext>
            </p:extLst>
          </p:nvPr>
        </p:nvGraphicFramePr>
        <p:xfrm>
          <a:off x="679461" y="1123125"/>
          <a:ext cx="8828683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579">
                  <a:extLst>
                    <a:ext uri="{9D8B030D-6E8A-4147-A177-3AD203B41FA5}">
                      <a16:colId xmlns:a16="http://schemas.microsoft.com/office/drawing/2014/main" val="107658696"/>
                    </a:ext>
                  </a:extLst>
                </a:gridCol>
                <a:gridCol w="3985592">
                  <a:extLst>
                    <a:ext uri="{9D8B030D-6E8A-4147-A177-3AD203B41FA5}">
                      <a16:colId xmlns:a16="http://schemas.microsoft.com/office/drawing/2014/main" val="778451251"/>
                    </a:ext>
                  </a:extLst>
                </a:gridCol>
                <a:gridCol w="2733261">
                  <a:extLst>
                    <a:ext uri="{9D8B030D-6E8A-4147-A177-3AD203B41FA5}">
                      <a16:colId xmlns:a16="http://schemas.microsoft.com/office/drawing/2014/main" val="828988741"/>
                    </a:ext>
                  </a:extLst>
                </a:gridCol>
                <a:gridCol w="902251">
                  <a:extLst>
                    <a:ext uri="{9D8B030D-6E8A-4147-A177-3AD203B41FA5}">
                      <a16:colId xmlns:a16="http://schemas.microsoft.com/office/drawing/2014/main" val="1645748365"/>
                    </a:ext>
                  </a:extLst>
                </a:gridCol>
              </a:tblGrid>
              <a:tr h="2817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663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</a:rPr>
                        <a:t>and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if both conditions are 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(5 &gt; 3 and 10 &gt; 5)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27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</a:rPr>
                        <a:t>or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if at least one condition is 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(5 &gt; 10 or 7 &gt; 3)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349887"/>
                  </a:ext>
                </a:extLst>
              </a:tr>
              <a:tr h="1570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</a:rPr>
                        <a:t>not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Reverses the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not(5 &gt; 3)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Courier New" panose="02070309020205020404" pitchFamily="49" charset="0"/>
                        </a:rPr>
                        <a:t>False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2519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E7B431-2CFB-D1D9-7313-12DF15F3EF29}"/>
              </a:ext>
            </a:extLst>
          </p:cNvPr>
          <p:cNvSpPr txBox="1"/>
          <p:nvPr/>
        </p:nvSpPr>
        <p:spPr>
          <a:xfrm>
            <a:off x="679462" y="2649938"/>
            <a:ext cx="8828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4. Assignment Operators</a:t>
            </a:r>
          </a:p>
          <a:p>
            <a:pPr>
              <a:buNone/>
            </a:pPr>
            <a:r>
              <a:rPr lang="en-US" dirty="0"/>
              <a:t>Used to assign values to variables (with or without operation).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D803AC-4CD1-F06E-AB5B-BAD91BEC7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06854"/>
              </p:ext>
            </p:extLst>
          </p:nvPr>
        </p:nvGraphicFramePr>
        <p:xfrm>
          <a:off x="679461" y="3429000"/>
          <a:ext cx="8828684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4460">
                  <a:extLst>
                    <a:ext uri="{9D8B030D-6E8A-4147-A177-3AD203B41FA5}">
                      <a16:colId xmlns:a16="http://schemas.microsoft.com/office/drawing/2014/main" val="1323725106"/>
                    </a:ext>
                  </a:extLst>
                </a:gridCol>
                <a:gridCol w="2654460">
                  <a:extLst>
                    <a:ext uri="{9D8B030D-6E8A-4147-A177-3AD203B41FA5}">
                      <a16:colId xmlns:a16="http://schemas.microsoft.com/office/drawing/2014/main" val="1869695972"/>
                    </a:ext>
                  </a:extLst>
                </a:gridCol>
                <a:gridCol w="3519764">
                  <a:extLst>
                    <a:ext uri="{9D8B030D-6E8A-4147-A177-3AD203B41FA5}">
                      <a16:colId xmlns:a16="http://schemas.microsoft.com/office/drawing/2014/main" val="2152960664"/>
                    </a:ext>
                  </a:extLst>
                </a:gridCol>
              </a:tblGrid>
              <a:tr h="32578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Same 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779148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Assigns value 5 to x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49829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+=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+= 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 = x + 3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602945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-=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-= 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= x - 2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047329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*=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*= 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= x * 4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17179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/= 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= x / 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42284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%=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%= 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= x % 3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659583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**=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**= 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= x ** 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466112"/>
                  </a:ext>
                </a:extLst>
              </a:tr>
              <a:tr h="325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//=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//= 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= x // 3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81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83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EF8B-EDAE-C412-DB26-2A7D36F6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B556A0-CE8B-1DE6-71AC-6630AE3BDDAF}"/>
              </a:ext>
            </a:extLst>
          </p:cNvPr>
          <p:cNvSpPr txBox="1"/>
          <p:nvPr/>
        </p:nvSpPr>
        <p:spPr>
          <a:xfrm>
            <a:off x="1008380" y="386080"/>
            <a:ext cx="7597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5. Bitwise Operators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Work on </a:t>
            </a:r>
            <a:r>
              <a:rPr lang="en-US" b="1" dirty="0"/>
              <a:t>binary values (bits: 0 &amp; 1)</a:t>
            </a:r>
            <a:r>
              <a:rPr lang="en-US" dirty="0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292515-3EC6-E184-8211-6711B804A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308590"/>
              </p:ext>
            </p:extLst>
          </p:nvPr>
        </p:nvGraphicFramePr>
        <p:xfrm>
          <a:off x="876300" y="1705186"/>
          <a:ext cx="864362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6820">
                  <a:extLst>
                    <a:ext uri="{9D8B030D-6E8A-4147-A177-3AD203B41FA5}">
                      <a16:colId xmlns:a16="http://schemas.microsoft.com/office/drawing/2014/main" val="374654284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662825393"/>
                    </a:ext>
                  </a:extLst>
                </a:gridCol>
                <a:gridCol w="2665095">
                  <a:extLst>
                    <a:ext uri="{9D8B030D-6E8A-4147-A177-3AD203B41FA5}">
                      <a16:colId xmlns:a16="http://schemas.microsoft.com/office/drawing/2014/main" val="3855497749"/>
                    </a:ext>
                  </a:extLst>
                </a:gridCol>
                <a:gridCol w="2160905">
                  <a:extLst>
                    <a:ext uri="{9D8B030D-6E8A-4147-A177-3AD203B41FA5}">
                      <a16:colId xmlns:a16="http://schemas.microsoft.com/office/drawing/2014/main" val="3610338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2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&amp;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 &amp; 3</a:t>
                      </a:r>
                      <a:r>
                        <a:rPr lang="en-IN" dirty="0"/>
                        <a:t> → (101 &amp; 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38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`5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5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^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 ^ 3</a:t>
                      </a:r>
                      <a:r>
                        <a:rPr lang="en-IN" dirty="0"/>
                        <a:t> → (101 ^ 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000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66~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(1’s complement)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61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-&lt;&lt;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Left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 &lt;&lt; 1</a:t>
                      </a:r>
                      <a:r>
                        <a:rPr lang="en-IN" dirty="0"/>
                        <a:t> → (101 → 1010)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69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&gt;&gt;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Right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5 &gt;&gt; 1</a:t>
                      </a:r>
                      <a:r>
                        <a:rPr lang="en-IN" dirty="0"/>
                        <a:t> → (101 →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15865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F2763D7-6488-CBFD-67CA-EC56AD93D200}"/>
              </a:ext>
            </a:extLst>
          </p:cNvPr>
          <p:cNvSpPr txBox="1"/>
          <p:nvPr/>
        </p:nvSpPr>
        <p:spPr>
          <a:xfrm>
            <a:off x="820420" y="4615562"/>
            <a:ext cx="8755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6. Membership Operators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Check if a value is present in a sequence (list, string, tuple, etc.).</a:t>
            </a:r>
          </a:p>
        </p:txBody>
      </p:sp>
    </p:spTree>
    <p:extLst>
      <p:ext uri="{BB962C8B-B14F-4D97-AF65-F5344CB8AC3E}">
        <p14:creationId xmlns:p14="http://schemas.microsoft.com/office/powerpoint/2010/main" val="398061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5E27-0071-0928-9D86-1396C505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D3A095-B75E-3E89-007B-60C3A7B9A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82467"/>
              </p:ext>
            </p:extLst>
          </p:nvPr>
        </p:nvGraphicFramePr>
        <p:xfrm>
          <a:off x="955040" y="436880"/>
          <a:ext cx="8432800" cy="110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6002">
                  <a:extLst>
                    <a:ext uri="{9D8B030D-6E8A-4147-A177-3AD203B41FA5}">
                      <a16:colId xmlns:a16="http://schemas.microsoft.com/office/drawing/2014/main" val="131839464"/>
                    </a:ext>
                  </a:extLst>
                </a:gridCol>
                <a:gridCol w="3854958">
                  <a:extLst>
                    <a:ext uri="{9D8B030D-6E8A-4147-A177-3AD203B41FA5}">
                      <a16:colId xmlns:a16="http://schemas.microsoft.com/office/drawing/2014/main" val="340436355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47370759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82169101"/>
                    </a:ext>
                  </a:extLst>
                </a:gridCol>
              </a:tblGrid>
              <a:tr h="33866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3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if value exists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"a" in "apple"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True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86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not 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if value does not exist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"b" not in "apple"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True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6288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0852FB-2760-CD5E-0252-361D6E7DC712}"/>
              </a:ext>
            </a:extLst>
          </p:cNvPr>
          <p:cNvSpPr txBox="1"/>
          <p:nvPr/>
        </p:nvSpPr>
        <p:spPr>
          <a:xfrm>
            <a:off x="955040" y="1978075"/>
            <a:ext cx="843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7. Identity Operators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Check if two objects (variables) are the same in memory.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BD7281-EDC1-9AC4-6F2E-0E92ED74F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83495"/>
              </p:ext>
            </p:extLst>
          </p:nvPr>
        </p:nvGraphicFramePr>
        <p:xfrm>
          <a:off x="955040" y="3241040"/>
          <a:ext cx="8879840" cy="1120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283095648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2823409347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3995869670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648426079"/>
                    </a:ext>
                  </a:extLst>
                </a:gridCol>
              </a:tblGrid>
              <a:tr h="37930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0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is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if both refer to the same object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is 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True / False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06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is not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True if both are not the same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x is not 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True / False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22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13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</TotalTime>
  <Words>1640</Words>
  <Application>Microsoft Office PowerPoint</Application>
  <PresentationFormat>Widescreen</PresentationFormat>
  <Paragraphs>362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Courier New</vt:lpstr>
      <vt:lpstr>Trebuchet MS</vt:lpstr>
      <vt:lpstr>Wingdings</vt:lpstr>
      <vt:lpstr>Wingdings 3</vt:lpstr>
      <vt:lpstr>Facet</vt:lpstr>
      <vt:lpstr>INTRODUCTION OF PYTHON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2025-10-02T05:27:23Z</dcterms:created>
  <dcterms:modified xsi:type="dcterms:W3CDTF">2025-10-03T12:47:27Z</dcterms:modified>
</cp:coreProperties>
</file>