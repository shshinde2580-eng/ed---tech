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2" r:id="rId5"/>
    <p:sldId id="260" r:id="rId6"/>
    <p:sldId id="263" r:id="rId7"/>
    <p:sldId id="27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0C1EC5-57CE-458F-A383-8A848334409C}" v="18" dt="2025-11-04T02:49:21.0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undo custSel addSld delSld modSld sldOrd">
      <pc:chgData name="shshinde2580@gmail.com" userId="86fdf0c531315612" providerId="LiveId" clId="{80EF1F59-5901-4077-BC9B-DA299863282D}" dt="2025-11-04T02:51:57.698" v="129" actId="2696"/>
      <pc:docMkLst>
        <pc:docMk/>
      </pc:docMkLst>
      <pc:sldChg chg="addSp delSp modSp new add del mod ord">
        <pc:chgData name="shshinde2580@gmail.com" userId="86fdf0c531315612" providerId="LiveId" clId="{80EF1F59-5901-4077-BC9B-DA299863282D}" dt="2025-11-04T02:46:27.556" v="59" actId="5793"/>
        <pc:sldMkLst>
          <pc:docMk/>
          <pc:sldMk cId="1478208050" sldId="263"/>
        </pc:sldMkLst>
        <pc:spChg chg="del">
          <ac:chgData name="shshinde2580@gmail.com" userId="86fdf0c531315612" providerId="LiveId" clId="{80EF1F59-5901-4077-BC9B-DA299863282D}" dt="2025-11-04T02:40:44.894" v="3" actId="21"/>
          <ac:spMkLst>
            <pc:docMk/>
            <pc:sldMk cId="1478208050" sldId="263"/>
            <ac:spMk id="2" creationId="{D149ACA8-4FAB-4C87-E837-7610CA4A0F3D}"/>
          </ac:spMkLst>
        </pc:spChg>
        <pc:spChg chg="del">
          <ac:chgData name="shshinde2580@gmail.com" userId="86fdf0c531315612" providerId="LiveId" clId="{80EF1F59-5901-4077-BC9B-DA299863282D}" dt="2025-11-04T02:40:47.613" v="4" actId="21"/>
          <ac:spMkLst>
            <pc:docMk/>
            <pc:sldMk cId="1478208050" sldId="263"/>
            <ac:spMk id="3" creationId="{616543D9-977B-8814-9A4B-58093FA68AA7}"/>
          </ac:spMkLst>
        </pc:spChg>
        <pc:spChg chg="add mod">
          <ac:chgData name="shshinde2580@gmail.com" userId="86fdf0c531315612" providerId="LiveId" clId="{80EF1F59-5901-4077-BC9B-DA299863282D}" dt="2025-11-04T02:42:09.773" v="21" actId="1076"/>
          <ac:spMkLst>
            <pc:docMk/>
            <pc:sldMk cId="1478208050" sldId="263"/>
            <ac:spMk id="5" creationId="{1EDDF63E-B946-3BD7-D8C3-9306FE8BB4BC}"/>
          </ac:spMkLst>
        </pc:spChg>
        <pc:spChg chg="add mod">
          <ac:chgData name="shshinde2580@gmail.com" userId="86fdf0c531315612" providerId="LiveId" clId="{80EF1F59-5901-4077-BC9B-DA299863282D}" dt="2025-11-04T02:46:27.556" v="59" actId="5793"/>
          <ac:spMkLst>
            <pc:docMk/>
            <pc:sldMk cId="1478208050" sldId="263"/>
            <ac:spMk id="7" creationId="{DC94FE08-D2A3-36BF-57DC-1151DBE6798D}"/>
          </ac:spMkLst>
        </pc:spChg>
      </pc:sldChg>
      <pc:sldChg chg="addSp modSp add mod">
        <pc:chgData name="shshinde2580@gmail.com" userId="86fdf0c531315612" providerId="LiveId" clId="{80EF1F59-5901-4077-BC9B-DA299863282D}" dt="2025-11-04T02:49:21.069" v="89" actId="1076"/>
        <pc:sldMkLst>
          <pc:docMk/>
          <pc:sldMk cId="2559576710" sldId="264"/>
        </pc:sldMkLst>
        <pc:spChg chg="add mod">
          <ac:chgData name="shshinde2580@gmail.com" userId="86fdf0c531315612" providerId="LiveId" clId="{80EF1F59-5901-4077-BC9B-DA299863282D}" dt="2025-11-04T02:48:11.851" v="82" actId="1076"/>
          <ac:spMkLst>
            <pc:docMk/>
            <pc:sldMk cId="2559576710" sldId="264"/>
            <ac:spMk id="3" creationId="{0A955909-0712-F3C1-C6C5-CF24639EDFF9}"/>
          </ac:spMkLst>
        </pc:spChg>
        <pc:picChg chg="add mod">
          <ac:chgData name="shshinde2580@gmail.com" userId="86fdf0c531315612" providerId="LiveId" clId="{80EF1F59-5901-4077-BC9B-DA299863282D}" dt="2025-11-04T02:49:21.069" v="89" actId="1076"/>
          <ac:picMkLst>
            <pc:docMk/>
            <pc:sldMk cId="2559576710" sldId="264"/>
            <ac:picMk id="1026" creationId="{06C9543D-89E7-D5B1-3AA7-6B2332D78D3F}"/>
          </ac:picMkLst>
        </pc:picChg>
      </pc:sldChg>
      <pc:sldChg chg="addSp modSp add mod">
        <pc:chgData name="shshinde2580@gmail.com" userId="86fdf0c531315612" providerId="LiveId" clId="{80EF1F59-5901-4077-BC9B-DA299863282D}" dt="2025-11-04T02:50:54.560" v="113" actId="5793"/>
        <pc:sldMkLst>
          <pc:docMk/>
          <pc:sldMk cId="3846912825" sldId="265"/>
        </pc:sldMkLst>
        <pc:spChg chg="add mod">
          <ac:chgData name="shshinde2580@gmail.com" userId="86fdf0c531315612" providerId="LiveId" clId="{80EF1F59-5901-4077-BC9B-DA299863282D}" dt="2025-11-04T02:50:02.591" v="95" actId="5793"/>
          <ac:spMkLst>
            <pc:docMk/>
            <pc:sldMk cId="3846912825" sldId="265"/>
            <ac:spMk id="3" creationId="{F87724F1-2DF9-7896-1F02-D41648E80FE9}"/>
          </ac:spMkLst>
        </pc:spChg>
        <pc:spChg chg="add mod">
          <ac:chgData name="shshinde2580@gmail.com" userId="86fdf0c531315612" providerId="LiveId" clId="{80EF1F59-5901-4077-BC9B-DA299863282D}" dt="2025-11-04T02:50:54.560" v="113" actId="5793"/>
          <ac:spMkLst>
            <pc:docMk/>
            <pc:sldMk cId="3846912825" sldId="265"/>
            <ac:spMk id="5" creationId="{3F29DB6D-4A78-B178-3305-C165C8B4D8AA}"/>
          </ac:spMkLst>
        </pc:spChg>
      </pc:sldChg>
      <pc:sldChg chg="addSp modSp add mod">
        <pc:chgData name="shshinde2580@gmail.com" userId="86fdf0c531315612" providerId="LiveId" clId="{80EF1F59-5901-4077-BC9B-DA299863282D}" dt="2025-11-04T02:51:40.568" v="128" actId="5793"/>
        <pc:sldMkLst>
          <pc:docMk/>
          <pc:sldMk cId="649661233" sldId="266"/>
        </pc:sldMkLst>
        <pc:spChg chg="add mod">
          <ac:chgData name="shshinde2580@gmail.com" userId="86fdf0c531315612" providerId="LiveId" clId="{80EF1F59-5901-4077-BC9B-DA299863282D}" dt="2025-11-04T02:51:40.568" v="128" actId="5793"/>
          <ac:spMkLst>
            <pc:docMk/>
            <pc:sldMk cId="649661233" sldId="266"/>
            <ac:spMk id="3" creationId="{0397ED01-5BE4-1FF7-9DFD-B77A497F314D}"/>
          </ac:spMkLst>
        </pc:spChg>
      </pc:sldChg>
      <pc:sldChg chg="add del">
        <pc:chgData name="shshinde2580@gmail.com" userId="86fdf0c531315612" providerId="LiveId" clId="{80EF1F59-5901-4077-BC9B-DA299863282D}" dt="2025-11-04T02:51:57.698" v="129" actId="2696"/>
        <pc:sldMkLst>
          <pc:docMk/>
          <pc:sldMk cId="568905911" sldId="267"/>
        </pc:sldMkLst>
      </pc:sldChg>
      <pc:sldChg chg="add del">
        <pc:chgData name="shshinde2580@gmail.com" userId="86fdf0c531315612" providerId="LiveId" clId="{80EF1F59-5901-4077-BC9B-DA299863282D}" dt="2025-11-04T02:51:57.698" v="129" actId="2696"/>
        <pc:sldMkLst>
          <pc:docMk/>
          <pc:sldMk cId="1282205014" sldId="268"/>
        </pc:sldMkLst>
      </pc:sldChg>
      <pc:sldChg chg="add del">
        <pc:chgData name="shshinde2580@gmail.com" userId="86fdf0c531315612" providerId="LiveId" clId="{80EF1F59-5901-4077-BC9B-DA299863282D}" dt="2025-11-04T02:51:57.698" v="129" actId="2696"/>
        <pc:sldMkLst>
          <pc:docMk/>
          <pc:sldMk cId="3194023721" sldId="269"/>
        </pc:sldMkLst>
      </pc:sldChg>
      <pc:sldChg chg="add del">
        <pc:chgData name="shshinde2580@gmail.com" userId="86fdf0c531315612" providerId="LiveId" clId="{80EF1F59-5901-4077-BC9B-DA299863282D}" dt="2025-11-04T02:51:57.698" v="129" actId="2696"/>
        <pc:sldMkLst>
          <pc:docMk/>
          <pc:sldMk cId="436219137" sldId="270"/>
        </pc:sldMkLst>
      </pc:sldChg>
      <pc:sldChg chg="add del">
        <pc:chgData name="shshinde2580@gmail.com" userId="86fdf0c531315612" providerId="LiveId" clId="{80EF1F59-5901-4077-BC9B-DA299863282D}" dt="2025-11-04T02:51:57.698" v="129" actId="2696"/>
        <pc:sldMkLst>
          <pc:docMk/>
          <pc:sldMk cId="3408264681" sldId="271"/>
        </pc:sldMkLst>
      </pc:sldChg>
      <pc:sldChg chg="add del">
        <pc:chgData name="shshinde2580@gmail.com" userId="86fdf0c531315612" providerId="LiveId" clId="{80EF1F59-5901-4077-BC9B-DA299863282D}" dt="2025-11-04T02:51:57.698" v="129" actId="2696"/>
        <pc:sldMkLst>
          <pc:docMk/>
          <pc:sldMk cId="555585211" sldId="272"/>
        </pc:sldMkLst>
      </pc:sldChg>
      <pc:sldChg chg="addSp modSp add mod">
        <pc:chgData name="shshinde2580@gmail.com" userId="86fdf0c531315612" providerId="LiveId" clId="{80EF1F59-5901-4077-BC9B-DA299863282D}" dt="2025-11-04T02:47:26.863" v="79" actId="20577"/>
        <pc:sldMkLst>
          <pc:docMk/>
          <pc:sldMk cId="4067643477" sldId="273"/>
        </pc:sldMkLst>
        <pc:spChg chg="add mod">
          <ac:chgData name="shshinde2580@gmail.com" userId="86fdf0c531315612" providerId="LiveId" clId="{80EF1F59-5901-4077-BC9B-DA299863282D}" dt="2025-11-04T02:46:00.035" v="48" actId="12"/>
          <ac:spMkLst>
            <pc:docMk/>
            <pc:sldMk cId="4067643477" sldId="273"/>
            <ac:spMk id="3" creationId="{2E13A4E3-1179-ACCB-BE5A-18ED25B8F3CF}"/>
          </ac:spMkLst>
        </pc:spChg>
        <pc:spChg chg="add mod">
          <ac:chgData name="shshinde2580@gmail.com" userId="86fdf0c531315612" providerId="LiveId" clId="{80EF1F59-5901-4077-BC9B-DA299863282D}" dt="2025-11-04T02:47:26.863" v="79" actId="20577"/>
          <ac:spMkLst>
            <pc:docMk/>
            <pc:sldMk cId="4067643477" sldId="273"/>
            <ac:spMk id="5" creationId="{2244EDF4-A888-58AC-049A-C3D5D2729C1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52656C-E70E-4B80-817A-44121BD2DE3A}"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2BE4DD-8F64-42D5-8B71-7A943576B9E6}" type="slidenum">
              <a:rPr lang="en-IN" smtClean="0"/>
              <a:t>‹#›</a:t>
            </a:fld>
            <a:endParaRPr lang="en-IN"/>
          </a:p>
        </p:txBody>
      </p:sp>
    </p:spTree>
    <p:extLst>
      <p:ext uri="{BB962C8B-B14F-4D97-AF65-F5344CB8AC3E}">
        <p14:creationId xmlns:p14="http://schemas.microsoft.com/office/powerpoint/2010/main" val="1808856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52656C-E70E-4B80-817A-44121BD2DE3A}"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2BE4DD-8F64-42D5-8B71-7A943576B9E6}" type="slidenum">
              <a:rPr lang="en-IN" smtClean="0"/>
              <a:t>‹#›</a:t>
            </a:fld>
            <a:endParaRPr lang="en-IN"/>
          </a:p>
        </p:txBody>
      </p:sp>
    </p:spTree>
    <p:extLst>
      <p:ext uri="{BB962C8B-B14F-4D97-AF65-F5344CB8AC3E}">
        <p14:creationId xmlns:p14="http://schemas.microsoft.com/office/powerpoint/2010/main" val="3358300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52656C-E70E-4B80-817A-44121BD2DE3A}"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2BE4DD-8F64-42D5-8B71-7A943576B9E6}" type="slidenum">
              <a:rPr lang="en-IN" smtClean="0"/>
              <a:t>‹#›</a:t>
            </a:fld>
            <a:endParaRPr lang="en-IN"/>
          </a:p>
        </p:txBody>
      </p:sp>
    </p:spTree>
    <p:extLst>
      <p:ext uri="{BB962C8B-B14F-4D97-AF65-F5344CB8AC3E}">
        <p14:creationId xmlns:p14="http://schemas.microsoft.com/office/powerpoint/2010/main" val="179791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52656C-E70E-4B80-817A-44121BD2DE3A}" type="datetimeFigureOut">
              <a:rPr lang="en-IN" smtClean="0"/>
              <a:t>04-11-2025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2BE4DD-8F64-42D5-8B71-7A943576B9E6}" type="slidenum">
              <a:rPr lang="en-IN" smtClean="0"/>
              <a:t>‹#›</a:t>
            </a:fld>
            <a:endParaRPr lang="en-IN"/>
          </a:p>
        </p:txBody>
      </p:sp>
    </p:spTree>
    <p:extLst>
      <p:ext uri="{BB962C8B-B14F-4D97-AF65-F5344CB8AC3E}">
        <p14:creationId xmlns:p14="http://schemas.microsoft.com/office/powerpoint/2010/main" val="4058609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52656C-E70E-4B80-817A-44121BD2DE3A}" type="datetimeFigureOut">
              <a:rPr lang="en-IN" smtClean="0"/>
              <a:t>04-11-2025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F2BE4DD-8F64-42D5-8B71-7A943576B9E6}" type="slidenum">
              <a:rPr lang="en-IN" smtClean="0"/>
              <a:t>‹#›</a:t>
            </a:fld>
            <a:endParaRPr lang="en-IN"/>
          </a:p>
        </p:txBody>
      </p:sp>
    </p:spTree>
    <p:extLst>
      <p:ext uri="{BB962C8B-B14F-4D97-AF65-F5344CB8AC3E}">
        <p14:creationId xmlns:p14="http://schemas.microsoft.com/office/powerpoint/2010/main" val="2515212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52656C-E70E-4B80-817A-44121BD2DE3A}" type="datetimeFigureOut">
              <a:rPr lang="en-IN" smtClean="0"/>
              <a:t>04-11-2025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F2BE4DD-8F64-42D5-8B71-7A943576B9E6}" type="slidenum">
              <a:rPr lang="en-IN" smtClean="0"/>
              <a:t>‹#›</a:t>
            </a:fld>
            <a:endParaRPr lang="en-IN"/>
          </a:p>
        </p:txBody>
      </p:sp>
    </p:spTree>
    <p:extLst>
      <p:ext uri="{BB962C8B-B14F-4D97-AF65-F5344CB8AC3E}">
        <p14:creationId xmlns:p14="http://schemas.microsoft.com/office/powerpoint/2010/main" val="130003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52656C-E70E-4B80-817A-44121BD2DE3A}" type="datetimeFigureOut">
              <a:rPr lang="en-IN" smtClean="0"/>
              <a:t>04-11-2025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F2BE4DD-8F64-42D5-8B71-7A943576B9E6}" type="slidenum">
              <a:rPr lang="en-IN" smtClean="0"/>
              <a:t>‹#›</a:t>
            </a:fld>
            <a:endParaRPr lang="en-IN"/>
          </a:p>
        </p:txBody>
      </p:sp>
    </p:spTree>
    <p:extLst>
      <p:ext uri="{BB962C8B-B14F-4D97-AF65-F5344CB8AC3E}">
        <p14:creationId xmlns:p14="http://schemas.microsoft.com/office/powerpoint/2010/main" val="2631331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52656C-E70E-4B80-817A-44121BD2DE3A}" type="datetimeFigureOut">
              <a:rPr lang="en-IN" smtClean="0"/>
              <a:t>04-11-2025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2BE4DD-8F64-42D5-8B71-7A943576B9E6}" type="slidenum">
              <a:rPr lang="en-IN" smtClean="0"/>
              <a:t>‹#›</a:t>
            </a:fld>
            <a:endParaRPr lang="en-IN"/>
          </a:p>
        </p:txBody>
      </p:sp>
    </p:spTree>
    <p:extLst>
      <p:ext uri="{BB962C8B-B14F-4D97-AF65-F5344CB8AC3E}">
        <p14:creationId xmlns:p14="http://schemas.microsoft.com/office/powerpoint/2010/main" val="3281517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52656C-E70E-4B80-817A-44121BD2DE3A}" type="datetimeFigureOut">
              <a:rPr lang="en-IN" smtClean="0"/>
              <a:t>04-11-2025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2BE4DD-8F64-42D5-8B71-7A943576B9E6}" type="slidenum">
              <a:rPr lang="en-IN" smtClean="0"/>
              <a:t>‹#›</a:t>
            </a:fld>
            <a:endParaRPr lang="en-IN"/>
          </a:p>
        </p:txBody>
      </p:sp>
    </p:spTree>
    <p:extLst>
      <p:ext uri="{BB962C8B-B14F-4D97-AF65-F5344CB8AC3E}">
        <p14:creationId xmlns:p14="http://schemas.microsoft.com/office/powerpoint/2010/main" val="547625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52656C-E70E-4B80-817A-44121BD2DE3A}"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2BE4DD-8F64-42D5-8B71-7A943576B9E6}" type="slidenum">
              <a:rPr lang="en-IN" smtClean="0"/>
              <a:t>‹#›</a:t>
            </a:fld>
            <a:endParaRPr lang="en-IN"/>
          </a:p>
        </p:txBody>
      </p:sp>
    </p:spTree>
    <p:extLst>
      <p:ext uri="{BB962C8B-B14F-4D97-AF65-F5344CB8AC3E}">
        <p14:creationId xmlns:p14="http://schemas.microsoft.com/office/powerpoint/2010/main" val="1740950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52656C-E70E-4B80-817A-44121BD2DE3A}"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2BE4DD-8F64-42D5-8B71-7A943576B9E6}"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199568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52656C-E70E-4B80-817A-44121BD2DE3A}"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2BE4DD-8F64-42D5-8B71-7A943576B9E6}" type="slidenum">
              <a:rPr lang="en-IN" smtClean="0"/>
              <a:t>‹#›</a:t>
            </a:fld>
            <a:endParaRPr lang="en-IN"/>
          </a:p>
        </p:txBody>
      </p:sp>
    </p:spTree>
    <p:extLst>
      <p:ext uri="{BB962C8B-B14F-4D97-AF65-F5344CB8AC3E}">
        <p14:creationId xmlns:p14="http://schemas.microsoft.com/office/powerpoint/2010/main" val="31456268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52656C-E70E-4B80-817A-44121BD2DE3A}"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2BE4DD-8F64-42D5-8B71-7A943576B9E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884629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52656C-E70E-4B80-817A-44121BD2DE3A}"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2BE4DD-8F64-42D5-8B71-7A943576B9E6}" type="slidenum">
              <a:rPr lang="en-IN" smtClean="0"/>
              <a:t>‹#›</a:t>
            </a:fld>
            <a:endParaRPr lang="en-IN"/>
          </a:p>
        </p:txBody>
      </p:sp>
    </p:spTree>
    <p:extLst>
      <p:ext uri="{BB962C8B-B14F-4D97-AF65-F5344CB8AC3E}">
        <p14:creationId xmlns:p14="http://schemas.microsoft.com/office/powerpoint/2010/main" val="1880442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52656C-E70E-4B80-817A-44121BD2DE3A}"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2BE4DD-8F64-42D5-8B71-7A943576B9E6}" type="slidenum">
              <a:rPr lang="en-IN" smtClean="0"/>
              <a:t>‹#›</a:t>
            </a:fld>
            <a:endParaRPr lang="en-IN"/>
          </a:p>
        </p:txBody>
      </p:sp>
    </p:spTree>
    <p:extLst>
      <p:ext uri="{BB962C8B-B14F-4D97-AF65-F5344CB8AC3E}">
        <p14:creationId xmlns:p14="http://schemas.microsoft.com/office/powerpoint/2010/main" val="3160978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52656C-E70E-4B80-817A-44121BD2DE3A}"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2BE4DD-8F64-42D5-8B71-7A943576B9E6}" type="slidenum">
              <a:rPr lang="en-IN" smtClean="0"/>
              <a:t>‹#›</a:t>
            </a:fld>
            <a:endParaRPr lang="en-IN"/>
          </a:p>
        </p:txBody>
      </p:sp>
    </p:spTree>
    <p:extLst>
      <p:ext uri="{BB962C8B-B14F-4D97-AF65-F5344CB8AC3E}">
        <p14:creationId xmlns:p14="http://schemas.microsoft.com/office/powerpoint/2010/main" val="1492300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D52656C-E70E-4B80-817A-44121BD2DE3A}" type="datetimeFigureOut">
              <a:rPr lang="en-IN" smtClean="0"/>
              <a:t>04-11-2025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F2BE4DD-8F64-42D5-8B71-7A943576B9E6}" type="slidenum">
              <a:rPr lang="en-IN" smtClean="0"/>
              <a:t>‹#›</a:t>
            </a:fld>
            <a:endParaRPr lang="en-IN"/>
          </a:p>
        </p:txBody>
      </p:sp>
    </p:spTree>
    <p:extLst>
      <p:ext uri="{BB962C8B-B14F-4D97-AF65-F5344CB8AC3E}">
        <p14:creationId xmlns:p14="http://schemas.microsoft.com/office/powerpoint/2010/main" val="41435464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FE6C5-0B5F-AD03-8CD2-51700FA641A1}"/>
              </a:ext>
            </a:extLst>
          </p:cNvPr>
          <p:cNvSpPr>
            <a:spLocks noGrp="1"/>
          </p:cNvSpPr>
          <p:nvPr>
            <p:ph type="ctrTitle"/>
          </p:nvPr>
        </p:nvSpPr>
        <p:spPr>
          <a:xfrm>
            <a:off x="646044" y="1421296"/>
            <a:ext cx="9193695" cy="3693027"/>
          </a:xfrm>
        </p:spPr>
        <p:txBody>
          <a:bodyPr/>
          <a:lstStyle/>
          <a:p>
            <a:pPr algn="ctr"/>
            <a:r>
              <a:rPr lang="en-US" dirty="0"/>
              <a:t>3.1 Introduction and Terminologies: Node, Next Address and Pointer, Null pointer, Empty list </a:t>
            </a:r>
            <a:endParaRPr lang="en-IN" dirty="0"/>
          </a:p>
        </p:txBody>
      </p:sp>
    </p:spTree>
    <p:extLst>
      <p:ext uri="{BB962C8B-B14F-4D97-AF65-F5344CB8AC3E}">
        <p14:creationId xmlns:p14="http://schemas.microsoft.com/office/powerpoint/2010/main" val="2314305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ED7CFD-B671-F094-22DA-DB1DCCBFB7EA}"/>
              </a:ext>
            </a:extLst>
          </p:cNvPr>
          <p:cNvSpPr txBox="1"/>
          <p:nvPr/>
        </p:nvSpPr>
        <p:spPr>
          <a:xfrm>
            <a:off x="934278" y="203609"/>
            <a:ext cx="8448261" cy="6186309"/>
          </a:xfrm>
          <a:prstGeom prst="rect">
            <a:avLst/>
          </a:prstGeom>
          <a:noFill/>
        </p:spPr>
        <p:txBody>
          <a:bodyPr wrap="square">
            <a:spAutoFit/>
          </a:bodyPr>
          <a:lstStyle/>
          <a:p>
            <a:r>
              <a:rPr lang="en-US" dirty="0"/>
              <a:t>3.1 Introduction and Terminologies: Node, Next Address and Pointer, Null pointer, Empty list</a:t>
            </a:r>
          </a:p>
          <a:p>
            <a:endParaRPr lang="en-US" dirty="0"/>
          </a:p>
          <a:p>
            <a:r>
              <a:rPr lang="en-US" dirty="0"/>
              <a:t>Introduction and Terminologies in Linked List:</a:t>
            </a:r>
          </a:p>
          <a:p>
            <a:endParaRPr lang="en-US" dirty="0"/>
          </a:p>
          <a:p>
            <a:pPr marL="285750" indent="-285750">
              <a:buFont typeface="Arial" panose="020B0604020202020204" pitchFamily="34" charset="0"/>
              <a:buChar char="•"/>
            </a:pPr>
            <a:r>
              <a:rPr lang="en-US" dirty="0"/>
              <a:t>Node: A node is the basic unit of a linked list. It typically contains two parts — the data (which stores the actual value) and the next address (or pointer) that holds the memory address of the next node in the list. This linking between nodes enables the list to be traversed from one node to another.</a:t>
            </a:r>
          </a:p>
          <a:p>
            <a:endParaRPr lang="en-US" dirty="0"/>
          </a:p>
          <a:p>
            <a:pPr marL="285750" indent="-285750">
              <a:buFont typeface="Arial" panose="020B0604020202020204" pitchFamily="34" charset="0"/>
              <a:buChar char="•"/>
            </a:pPr>
            <a:r>
              <a:rPr lang="en-US" dirty="0"/>
              <a:t>Next Address and Pointer: The next address is stored in a pointer within each node. This pointer connects the current node to the next node in the sequence. The pointer essentially "points" to the location of the next node in memory, enabling the linked structure.</a:t>
            </a:r>
          </a:p>
          <a:p>
            <a:endParaRPr lang="en-US" dirty="0"/>
          </a:p>
          <a:p>
            <a:pPr marL="285750" indent="-285750">
              <a:buFont typeface="Arial" panose="020B0604020202020204" pitchFamily="34" charset="0"/>
              <a:buChar char="•"/>
            </a:pPr>
            <a:r>
              <a:rPr lang="en-US" dirty="0"/>
              <a:t>Null Pointer: The last node in a linked list has a pointer that does not point to any other node; this is called a null pointer. It signifies the end of the list, indicating there are no further nodes.</a:t>
            </a:r>
          </a:p>
          <a:p>
            <a:endParaRPr lang="en-US" dirty="0"/>
          </a:p>
          <a:p>
            <a:pPr marL="285750" indent="-285750">
              <a:buFont typeface="Arial" panose="020B0604020202020204" pitchFamily="34" charset="0"/>
              <a:buChar char="•"/>
            </a:pPr>
            <a:r>
              <a:rPr lang="en-US" dirty="0"/>
              <a:t>Empty List: An empty list is a linked list that contains no nodes at all. Its head pointer is set to null, meaning there is no data or nodes to traverse.</a:t>
            </a:r>
          </a:p>
          <a:p>
            <a:endParaRPr lang="en-IN" dirty="0"/>
          </a:p>
        </p:txBody>
      </p:sp>
    </p:spTree>
    <p:extLst>
      <p:ext uri="{BB962C8B-B14F-4D97-AF65-F5344CB8AC3E}">
        <p14:creationId xmlns:p14="http://schemas.microsoft.com/office/powerpoint/2010/main" val="4206866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264FA5-3190-73E2-6261-0463EC612CA7}"/>
              </a:ext>
            </a:extLst>
          </p:cNvPr>
          <p:cNvSpPr txBox="1"/>
          <p:nvPr/>
        </p:nvSpPr>
        <p:spPr>
          <a:xfrm>
            <a:off x="785191" y="154561"/>
            <a:ext cx="8656982" cy="646331"/>
          </a:xfrm>
          <a:prstGeom prst="rect">
            <a:avLst/>
          </a:prstGeom>
          <a:noFill/>
        </p:spPr>
        <p:txBody>
          <a:bodyPr wrap="square">
            <a:spAutoFit/>
          </a:bodyPr>
          <a:lstStyle/>
          <a:p>
            <a:r>
              <a:rPr lang="en-US" b="1" dirty="0"/>
              <a:t>3.2 Types of Linked List: Single Linked List, Doubly Linked List, Circular Linked List Doubly Circular Linked List </a:t>
            </a:r>
            <a:endParaRPr lang="en-IN" b="1" dirty="0"/>
          </a:p>
        </p:txBody>
      </p:sp>
      <p:sp>
        <p:nvSpPr>
          <p:cNvPr id="7" name="AutoShape 4" descr="What are the Types of Linked Lists in Data Structure ...">
            <a:extLst>
              <a:ext uri="{FF2B5EF4-FFF2-40B4-BE49-F238E27FC236}">
                <a16:creationId xmlns:a16="http://schemas.microsoft.com/office/drawing/2014/main" id="{CC9819D4-38E9-F90C-F888-1A9B876BBF8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6" descr="What are the Types of Linked Lists in Data Structure ...">
            <a:extLst>
              <a:ext uri="{FF2B5EF4-FFF2-40B4-BE49-F238E27FC236}">
                <a16:creationId xmlns:a16="http://schemas.microsoft.com/office/drawing/2014/main" id="{D4B4DA99-1D96-B33F-4BBE-23D80CEF60F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2" descr="Linked List in Data Structures - Types of Linked Lists ...">
            <a:extLst>
              <a:ext uri="{FF2B5EF4-FFF2-40B4-BE49-F238E27FC236}">
                <a16:creationId xmlns:a16="http://schemas.microsoft.com/office/drawing/2014/main" id="{2E975DB8-A1BF-C386-4BB5-74022FDDBA4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7" t="4548" r="2124" b="3519"/>
          <a:stretch>
            <a:fillRect/>
          </a:stretch>
        </p:blipFill>
        <p:spPr bwMode="auto">
          <a:xfrm>
            <a:off x="1272209" y="1029492"/>
            <a:ext cx="6937514" cy="3910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1992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BFD47-7528-F8AA-EC7D-865465BA151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9A228E-A45D-6DDF-FEFD-C2C1A76220E7}"/>
              </a:ext>
            </a:extLst>
          </p:cNvPr>
          <p:cNvSpPr txBox="1"/>
          <p:nvPr/>
        </p:nvSpPr>
        <p:spPr>
          <a:xfrm>
            <a:off x="864705" y="173003"/>
            <a:ext cx="9402418" cy="6186309"/>
          </a:xfrm>
          <a:prstGeom prst="rect">
            <a:avLst/>
          </a:prstGeom>
          <a:noFill/>
        </p:spPr>
        <p:txBody>
          <a:bodyPr wrap="square">
            <a:spAutoFit/>
          </a:bodyPr>
          <a:lstStyle/>
          <a:p>
            <a:pPr marL="285750" indent="-285750" algn="l">
              <a:buFont typeface="Wingdings" panose="05000000000000000000" pitchFamily="2" charset="2"/>
              <a:buChar char="v"/>
            </a:pPr>
            <a:r>
              <a:rPr lang="en-US" b="1" i="0" dirty="0">
                <a:effectLst/>
                <a:latin typeface="fkGroteskNeue"/>
              </a:rPr>
              <a:t>Types of Linked Lists:</a:t>
            </a:r>
          </a:p>
          <a:p>
            <a:pPr algn="l">
              <a:buNone/>
            </a:pPr>
            <a:endParaRPr lang="en-US" b="0" i="0" dirty="0">
              <a:effectLst/>
              <a:latin typeface="fkGroteskNeue"/>
            </a:endParaRPr>
          </a:p>
          <a:p>
            <a:pPr algn="l">
              <a:buFont typeface="+mj-lt"/>
              <a:buAutoNum type="arabicPeriod"/>
            </a:pPr>
            <a:r>
              <a:rPr lang="en-US" b="1" i="0" dirty="0">
                <a:effectLst/>
                <a:latin typeface="fkGroteskNeue"/>
              </a:rPr>
              <a:t>Single Linked List:</a:t>
            </a:r>
          </a:p>
          <a:p>
            <a:pPr algn="l">
              <a:buFont typeface="Arial" panose="020B0604020202020204" pitchFamily="34" charset="0"/>
              <a:buChar char="•"/>
            </a:pPr>
            <a:r>
              <a:rPr lang="en-US" b="0" i="0" dirty="0">
                <a:effectLst/>
                <a:latin typeface="fkGroteskNeue"/>
              </a:rPr>
              <a:t>Each node contains data and a pointer to the next node.</a:t>
            </a:r>
          </a:p>
          <a:p>
            <a:pPr algn="l">
              <a:buFont typeface="Arial" panose="020B0604020202020204" pitchFamily="34" charset="0"/>
              <a:buChar char="•"/>
            </a:pPr>
            <a:r>
              <a:rPr lang="en-US" b="0" i="0" dirty="0">
                <a:effectLst/>
                <a:latin typeface="fkGroteskNeue"/>
              </a:rPr>
              <a:t>Allows traversal only in one direction (forward).</a:t>
            </a:r>
          </a:p>
          <a:p>
            <a:pPr algn="l">
              <a:buFont typeface="Arial" panose="020B0604020202020204" pitchFamily="34" charset="0"/>
              <a:buChar char="•"/>
            </a:pPr>
            <a:r>
              <a:rPr lang="en-US" b="0" i="0" dirty="0">
                <a:effectLst/>
                <a:latin typeface="fkGroteskNeue"/>
              </a:rPr>
              <a:t>The last node’s pointer points to null, indicating the end of the list.</a:t>
            </a:r>
          </a:p>
          <a:p>
            <a:pPr algn="l">
              <a:buFont typeface="Arial" panose="020B0604020202020204" pitchFamily="34" charset="0"/>
              <a:buChar char="•"/>
            </a:pPr>
            <a:r>
              <a:rPr lang="en-US" b="0" i="0" dirty="0">
                <a:effectLst/>
                <a:latin typeface="fkGroteskNeue"/>
              </a:rPr>
              <a:t>Simple and uses less memory since each node has one pointer.</a:t>
            </a:r>
          </a:p>
          <a:p>
            <a:pPr algn="l">
              <a:buFont typeface="Arial" panose="020B0604020202020204" pitchFamily="34" charset="0"/>
              <a:buChar char="•"/>
            </a:pPr>
            <a:endParaRPr lang="en-US" dirty="0">
              <a:latin typeface="fkGroteskNeue"/>
            </a:endParaRPr>
          </a:p>
          <a:p>
            <a:pPr algn="l">
              <a:buFont typeface="Arial" panose="020B0604020202020204" pitchFamily="34" charset="0"/>
              <a:buChar char="•"/>
            </a:pPr>
            <a:endParaRPr lang="en-US" b="0" i="0" dirty="0">
              <a:effectLst/>
              <a:latin typeface="fkGroteskNeue"/>
            </a:endParaRPr>
          </a:p>
          <a:p>
            <a:pPr algn="l">
              <a:buFont typeface="Arial" panose="020B0604020202020204" pitchFamily="34" charset="0"/>
              <a:buChar char="•"/>
            </a:pPr>
            <a:endParaRPr lang="en-US" dirty="0">
              <a:latin typeface="fkGroteskNeue"/>
            </a:endParaRPr>
          </a:p>
          <a:p>
            <a:pPr algn="l">
              <a:buFont typeface="Arial" panose="020B0604020202020204" pitchFamily="34" charset="0"/>
              <a:buChar char="•"/>
            </a:pPr>
            <a:endParaRPr lang="en-US" b="0" i="0" dirty="0">
              <a:effectLst/>
              <a:latin typeface="fkGroteskNeue"/>
            </a:endParaRPr>
          </a:p>
          <a:p>
            <a:pPr algn="l">
              <a:buFont typeface="Arial" panose="020B0604020202020204" pitchFamily="34" charset="0"/>
              <a:buChar char="•"/>
            </a:pPr>
            <a:endParaRPr lang="en-US" dirty="0">
              <a:latin typeface="fkGroteskNeue"/>
            </a:endParaRPr>
          </a:p>
          <a:p>
            <a:pPr algn="l">
              <a:buFont typeface="Arial" panose="020B0604020202020204" pitchFamily="34" charset="0"/>
              <a:buChar char="•"/>
            </a:pPr>
            <a:endParaRPr lang="en-US" b="0" i="0" dirty="0">
              <a:effectLst/>
              <a:latin typeface="fkGroteskNeue"/>
            </a:endParaRPr>
          </a:p>
          <a:p>
            <a:pPr algn="l">
              <a:buFont typeface="Arial" panose="020B0604020202020204" pitchFamily="34" charset="0"/>
              <a:buChar char="•"/>
            </a:pPr>
            <a:endParaRPr lang="en-US" dirty="0">
              <a:latin typeface="fkGroteskNeue"/>
            </a:endParaRPr>
          </a:p>
          <a:p>
            <a:pPr algn="l">
              <a:buFont typeface="Arial" panose="020B0604020202020204" pitchFamily="34" charset="0"/>
              <a:buChar char="•"/>
            </a:pPr>
            <a:endParaRPr lang="en-US" b="0" i="0" dirty="0">
              <a:effectLst/>
              <a:latin typeface="fkGroteskNeue"/>
            </a:endParaRPr>
          </a:p>
          <a:p>
            <a:pPr algn="l"/>
            <a:endParaRPr lang="en-US" b="0" i="0" dirty="0">
              <a:effectLst/>
              <a:latin typeface="fkGroteskNeue"/>
            </a:endParaRPr>
          </a:p>
          <a:p>
            <a:pPr algn="l"/>
            <a:endParaRPr lang="en-US" b="0" i="0" dirty="0">
              <a:effectLst/>
              <a:latin typeface="fkGroteskNeue"/>
            </a:endParaRPr>
          </a:p>
          <a:p>
            <a:pPr algn="l"/>
            <a:endParaRPr lang="en-US" b="0" i="0" dirty="0">
              <a:effectLst/>
              <a:latin typeface="fkGroteskNeue"/>
            </a:endParaRPr>
          </a:p>
          <a:p>
            <a:pPr algn="l">
              <a:buFont typeface="+mj-lt"/>
              <a:buAutoNum type="arabicPeriod" startAt="2"/>
            </a:pPr>
            <a:r>
              <a:rPr lang="en-US" b="1" i="0" dirty="0">
                <a:effectLst/>
                <a:latin typeface="fkGroteskNeue"/>
              </a:rPr>
              <a:t>Doubly Linked List:</a:t>
            </a:r>
          </a:p>
          <a:p>
            <a:pPr algn="l">
              <a:buFont typeface="Arial" panose="020B0604020202020204" pitchFamily="34" charset="0"/>
              <a:buChar char="•"/>
            </a:pPr>
            <a:r>
              <a:rPr lang="en-US" b="0" i="0" dirty="0">
                <a:effectLst/>
                <a:latin typeface="fkGroteskNeue"/>
              </a:rPr>
              <a:t>Each node contains data and two pointers: one to the next node and one to the previous node.</a:t>
            </a:r>
          </a:p>
          <a:p>
            <a:pPr algn="l">
              <a:buFont typeface="Arial" panose="020B0604020202020204" pitchFamily="34" charset="0"/>
              <a:buChar char="•"/>
            </a:pPr>
            <a:r>
              <a:rPr lang="en-US" b="0" i="0" dirty="0">
                <a:effectLst/>
                <a:latin typeface="fkGroteskNeue"/>
              </a:rPr>
              <a:t>Enables traversal in both forward and backward directions.</a:t>
            </a:r>
          </a:p>
          <a:p>
            <a:pPr algn="l">
              <a:buFont typeface="Arial" panose="020B0604020202020204" pitchFamily="34" charset="0"/>
              <a:buChar char="•"/>
            </a:pPr>
            <a:r>
              <a:rPr lang="en-US" b="0" i="0" dirty="0">
                <a:effectLst/>
                <a:latin typeface="fkGroteskNeue"/>
              </a:rPr>
              <a:t>Requires more memory due to extra pointer but provides flexible navigation.</a:t>
            </a:r>
          </a:p>
        </p:txBody>
      </p:sp>
      <p:pic>
        <p:nvPicPr>
          <p:cNvPr id="4" name="Picture 3">
            <a:extLst>
              <a:ext uri="{FF2B5EF4-FFF2-40B4-BE49-F238E27FC236}">
                <a16:creationId xmlns:a16="http://schemas.microsoft.com/office/drawing/2014/main" id="{704B6741-1513-109C-D976-21D3B78C0220}"/>
              </a:ext>
            </a:extLst>
          </p:cNvPr>
          <p:cNvPicPr>
            <a:picLocks noChangeAspect="1"/>
          </p:cNvPicPr>
          <p:nvPr/>
        </p:nvPicPr>
        <p:blipFill>
          <a:blip r:embed="rId2"/>
          <a:srcRect l="6709" t="11050" r="6823" b="30943"/>
          <a:stretch>
            <a:fillRect/>
          </a:stretch>
        </p:blipFill>
        <p:spPr>
          <a:xfrm>
            <a:off x="1242391" y="2385391"/>
            <a:ext cx="7911548" cy="2087217"/>
          </a:xfrm>
          <a:prstGeom prst="rect">
            <a:avLst/>
          </a:prstGeom>
        </p:spPr>
      </p:pic>
    </p:spTree>
    <p:extLst>
      <p:ext uri="{BB962C8B-B14F-4D97-AF65-F5344CB8AC3E}">
        <p14:creationId xmlns:p14="http://schemas.microsoft.com/office/powerpoint/2010/main" val="3779259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C265C-3793-7C6C-C2EE-BDF8B3372B5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8D78A9-C856-17FF-347B-FA4AE9C5EF0D}"/>
              </a:ext>
            </a:extLst>
          </p:cNvPr>
          <p:cNvSpPr txBox="1"/>
          <p:nvPr/>
        </p:nvSpPr>
        <p:spPr>
          <a:xfrm>
            <a:off x="496958" y="2454965"/>
            <a:ext cx="8458200" cy="3139321"/>
          </a:xfrm>
          <a:prstGeom prst="rect">
            <a:avLst/>
          </a:prstGeom>
          <a:noFill/>
        </p:spPr>
        <p:txBody>
          <a:bodyPr wrap="square">
            <a:spAutoFit/>
          </a:bodyPr>
          <a:lstStyle/>
          <a:p>
            <a:pPr algn="l">
              <a:buFont typeface="+mj-lt"/>
              <a:buAutoNum type="arabicPeriod" startAt="3"/>
            </a:pPr>
            <a:r>
              <a:rPr lang="en-US" b="1" i="0" dirty="0">
                <a:effectLst/>
                <a:latin typeface="fkGroteskNeue"/>
              </a:rPr>
              <a:t>Circular Linked List:</a:t>
            </a:r>
          </a:p>
          <a:p>
            <a:pPr algn="l">
              <a:buFont typeface="Arial" panose="020B0604020202020204" pitchFamily="34" charset="0"/>
              <a:buChar char="•"/>
            </a:pPr>
            <a:r>
              <a:rPr lang="en-US" b="0" i="0" dirty="0">
                <a:effectLst/>
                <a:latin typeface="fkGroteskNeue"/>
              </a:rPr>
              <a:t>Similar to a singly linked list but the last node points back to the first node, making the list circular.</a:t>
            </a:r>
          </a:p>
          <a:p>
            <a:pPr algn="l">
              <a:buFont typeface="Arial" panose="020B0604020202020204" pitchFamily="34" charset="0"/>
              <a:buChar char="•"/>
            </a:pPr>
            <a:r>
              <a:rPr lang="en-US" b="0" i="0" dirty="0">
                <a:effectLst/>
                <a:latin typeface="fkGroteskNeue"/>
              </a:rPr>
              <a:t>Allows continuous traversal without a null pointer.</a:t>
            </a:r>
          </a:p>
          <a:p>
            <a:pPr algn="l">
              <a:buFont typeface="Arial" panose="020B0604020202020204" pitchFamily="34" charset="0"/>
              <a:buChar char="•"/>
            </a:pPr>
            <a:r>
              <a:rPr lang="en-US" b="0" i="0" dirty="0">
                <a:effectLst/>
                <a:latin typeface="fkGroteskNeue"/>
              </a:rPr>
              <a:t>Useful in applications needing circular navigation or loops.</a:t>
            </a:r>
          </a:p>
          <a:p>
            <a:pPr algn="l"/>
            <a:endParaRPr lang="en-US" b="0" i="0" dirty="0">
              <a:effectLst/>
              <a:latin typeface="fkGroteskNeue"/>
            </a:endParaRPr>
          </a:p>
          <a:p>
            <a:pPr algn="l">
              <a:buFont typeface="+mj-lt"/>
              <a:buAutoNum type="arabicPeriod" startAt="4"/>
            </a:pPr>
            <a:r>
              <a:rPr lang="en-US" b="1" i="0" dirty="0">
                <a:effectLst/>
                <a:latin typeface="fkGroteskNeue"/>
              </a:rPr>
              <a:t>Doubly Circular Linked List:</a:t>
            </a:r>
          </a:p>
          <a:p>
            <a:pPr algn="l">
              <a:buFont typeface="Arial" panose="020B0604020202020204" pitchFamily="34" charset="0"/>
              <a:buChar char="•"/>
            </a:pPr>
            <a:r>
              <a:rPr lang="en-US" b="0" i="0" dirty="0">
                <a:effectLst/>
                <a:latin typeface="fkGroteskNeue"/>
              </a:rPr>
              <a:t>Combines doubly linked and circular linked list features.</a:t>
            </a:r>
          </a:p>
          <a:p>
            <a:pPr algn="l">
              <a:buFont typeface="Arial" panose="020B0604020202020204" pitchFamily="34" charset="0"/>
              <a:buChar char="•"/>
            </a:pPr>
            <a:r>
              <a:rPr lang="en-US" b="0" i="0" dirty="0">
                <a:effectLst/>
                <a:latin typeface="fkGroteskNeue"/>
              </a:rPr>
              <a:t>Each node has two pointers (previous and next).</a:t>
            </a:r>
          </a:p>
          <a:p>
            <a:pPr algn="l">
              <a:buFont typeface="Arial" panose="020B0604020202020204" pitchFamily="34" charset="0"/>
              <a:buChar char="•"/>
            </a:pPr>
            <a:r>
              <a:rPr lang="en-US" b="0" i="0" dirty="0">
                <a:effectLst/>
                <a:latin typeface="fkGroteskNeue"/>
              </a:rPr>
              <a:t>The last node’s next pointer points to the first node and the first node’s previous pointer points to the last node.</a:t>
            </a:r>
          </a:p>
        </p:txBody>
      </p:sp>
      <p:pic>
        <p:nvPicPr>
          <p:cNvPr id="2050" name="Picture 2" descr="Types of Linked List - GeeksforGeeks">
            <a:extLst>
              <a:ext uri="{FF2B5EF4-FFF2-40B4-BE49-F238E27FC236}">
                <a16:creationId xmlns:a16="http://schemas.microsoft.com/office/drawing/2014/main" id="{94EDFFC9-38F3-7E64-DAE9-33890A76FD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78" t="9925" r="1512" b="9925"/>
          <a:stretch>
            <a:fillRect/>
          </a:stretch>
        </p:blipFill>
        <p:spPr bwMode="auto">
          <a:xfrm>
            <a:off x="824949" y="180349"/>
            <a:ext cx="8527774" cy="2107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0743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DDF63E-B946-3BD7-D8C3-9306FE8BB4BC}"/>
              </a:ext>
            </a:extLst>
          </p:cNvPr>
          <p:cNvSpPr txBox="1"/>
          <p:nvPr/>
        </p:nvSpPr>
        <p:spPr>
          <a:xfrm>
            <a:off x="775252" y="154561"/>
            <a:ext cx="8488017" cy="646331"/>
          </a:xfrm>
          <a:prstGeom prst="rect">
            <a:avLst/>
          </a:prstGeom>
          <a:noFill/>
        </p:spPr>
        <p:txBody>
          <a:bodyPr wrap="square">
            <a:spAutoFit/>
          </a:bodyPr>
          <a:lstStyle/>
          <a:p>
            <a:r>
              <a:rPr lang="en-US" dirty="0">
                <a:effectLst/>
              </a:rPr>
              <a:t>3.3 Operations on Single Linked List: Searching, Insertion - (At Front ,In between and At End ), Deletion - (From Front ,In between, From End)</a:t>
            </a:r>
            <a:endParaRPr lang="en-IN" dirty="0"/>
          </a:p>
        </p:txBody>
      </p:sp>
      <p:sp>
        <p:nvSpPr>
          <p:cNvPr id="7" name="TextBox 6">
            <a:extLst>
              <a:ext uri="{FF2B5EF4-FFF2-40B4-BE49-F238E27FC236}">
                <a16:creationId xmlns:a16="http://schemas.microsoft.com/office/drawing/2014/main" id="{DC94FE08-D2A3-36BF-57DC-1151DBE6798D}"/>
              </a:ext>
            </a:extLst>
          </p:cNvPr>
          <p:cNvSpPr txBox="1"/>
          <p:nvPr/>
        </p:nvSpPr>
        <p:spPr>
          <a:xfrm>
            <a:off x="775252" y="1028343"/>
            <a:ext cx="8378687" cy="5632311"/>
          </a:xfrm>
          <a:prstGeom prst="rect">
            <a:avLst/>
          </a:prstGeom>
          <a:noFill/>
        </p:spPr>
        <p:txBody>
          <a:bodyPr wrap="square">
            <a:spAutoFit/>
          </a:bodyPr>
          <a:lstStyle/>
          <a:p>
            <a:pPr marL="342900" indent="-342900" algn="l">
              <a:buAutoNum type="arabicPeriod"/>
            </a:pPr>
            <a:r>
              <a:rPr lang="en-US" b="0" i="0" dirty="0">
                <a:effectLst/>
                <a:latin typeface="fkGrotesk"/>
              </a:rPr>
              <a:t>Searching</a:t>
            </a:r>
          </a:p>
          <a:p>
            <a:pPr algn="l"/>
            <a:endParaRPr lang="en-US" b="0" i="0" dirty="0">
              <a:effectLst/>
              <a:latin typeface="fkGrotesk"/>
            </a:endParaRPr>
          </a:p>
          <a:p>
            <a:pPr algn="l">
              <a:buFont typeface="Arial" panose="020B0604020202020204" pitchFamily="34" charset="0"/>
              <a:buChar char="•"/>
            </a:pPr>
            <a:r>
              <a:rPr lang="en-US" b="0" i="0" dirty="0">
                <a:effectLst/>
                <a:latin typeface="fkGroteskNeue"/>
              </a:rPr>
              <a:t>Traverses the linked list from the head node.</a:t>
            </a:r>
          </a:p>
          <a:p>
            <a:pPr algn="l">
              <a:buFont typeface="Arial" panose="020B0604020202020204" pitchFamily="34" charset="0"/>
              <a:buChar char="•"/>
            </a:pPr>
            <a:r>
              <a:rPr lang="en-US" b="0" i="0" dirty="0">
                <a:effectLst/>
                <a:latin typeface="fkGroteskNeue"/>
              </a:rPr>
              <a:t>Compares each node’s value to the search key.</a:t>
            </a:r>
          </a:p>
          <a:p>
            <a:pPr algn="l">
              <a:buFont typeface="Arial" panose="020B0604020202020204" pitchFamily="34" charset="0"/>
              <a:buChar char="•"/>
            </a:pPr>
            <a:r>
              <a:rPr lang="en-US" b="0" i="0" dirty="0">
                <a:effectLst/>
                <a:latin typeface="fkGroteskNeue"/>
              </a:rPr>
              <a:t>Continues until a match is found or end of list is reached (next pointer is null).</a:t>
            </a:r>
          </a:p>
          <a:p>
            <a:pPr algn="l">
              <a:buFont typeface="Arial" panose="020B0604020202020204" pitchFamily="34" charset="0"/>
              <a:buChar char="•"/>
            </a:pPr>
            <a:r>
              <a:rPr lang="en-US" b="0" i="0" dirty="0">
                <a:effectLst/>
                <a:latin typeface="fkGroteskNeue"/>
              </a:rPr>
              <a:t>Time complexity: O(n).</a:t>
            </a:r>
          </a:p>
          <a:p>
            <a:pPr algn="l"/>
            <a:r>
              <a:rPr lang="en-US" b="0" i="0" dirty="0">
                <a:effectLst/>
                <a:latin typeface="fkGroteskNeue"/>
              </a:rPr>
              <a:t>​</a:t>
            </a:r>
          </a:p>
          <a:p>
            <a:pPr algn="l">
              <a:buNone/>
            </a:pPr>
            <a:r>
              <a:rPr lang="en-US" b="0" i="0" dirty="0">
                <a:effectLst/>
                <a:latin typeface="fkGrotesk"/>
              </a:rPr>
              <a:t>2. Insertion</a:t>
            </a:r>
          </a:p>
          <a:p>
            <a:pPr algn="l">
              <a:buNone/>
            </a:pPr>
            <a:endParaRPr lang="en-US" b="0" i="0" dirty="0">
              <a:effectLst/>
              <a:latin typeface="fkGrotesk"/>
            </a:endParaRPr>
          </a:p>
          <a:p>
            <a:pPr marL="285750" indent="-285750" algn="l">
              <a:buFont typeface="Wingdings" panose="05000000000000000000" pitchFamily="2" charset="2"/>
              <a:buChar char="v"/>
            </a:pPr>
            <a:r>
              <a:rPr lang="en-US" b="0" i="0" dirty="0">
                <a:effectLst/>
                <a:latin typeface="fkGroteskNeue"/>
              </a:rPr>
              <a:t>At Front:</a:t>
            </a:r>
          </a:p>
          <a:p>
            <a:pPr lvl="1" algn="l"/>
            <a:r>
              <a:rPr lang="en-US" b="0" i="0" dirty="0">
                <a:effectLst/>
                <a:latin typeface="fkGroteskNeue"/>
              </a:rPr>
              <a:t>Create a new node.</a:t>
            </a:r>
          </a:p>
          <a:p>
            <a:pPr marL="742950" lvl="1" indent="-285750" algn="l">
              <a:buFont typeface="Arial" panose="020B0604020202020204" pitchFamily="34" charset="0"/>
              <a:buChar char="•"/>
            </a:pPr>
            <a:r>
              <a:rPr lang="en-US" b="0" i="0" dirty="0">
                <a:effectLst/>
                <a:latin typeface="fkGroteskNeue"/>
              </a:rPr>
              <a:t>Set its next pointer to current head.</a:t>
            </a:r>
          </a:p>
          <a:p>
            <a:pPr marL="742950" lvl="1" indent="-285750" algn="l">
              <a:buFont typeface="Arial" panose="020B0604020202020204" pitchFamily="34" charset="0"/>
              <a:buChar char="•"/>
            </a:pPr>
            <a:r>
              <a:rPr lang="en-US" b="0" i="0" dirty="0">
                <a:effectLst/>
                <a:latin typeface="fkGroteskNeue"/>
              </a:rPr>
              <a:t>Update head to point to new node.</a:t>
            </a:r>
          </a:p>
          <a:p>
            <a:pPr marL="742950" lvl="1" indent="-285750" algn="l">
              <a:buFont typeface="Arial" panose="020B0604020202020204" pitchFamily="34" charset="0"/>
              <a:buChar char="•"/>
            </a:pPr>
            <a:r>
              <a:rPr lang="en-US" b="0" i="0" dirty="0">
                <a:effectLst/>
                <a:latin typeface="fkGroteskNeue"/>
              </a:rPr>
              <a:t>Time complexity: O(1)</a:t>
            </a:r>
          </a:p>
          <a:p>
            <a:pPr lvl="1" algn="l"/>
            <a:endParaRPr lang="en-US" b="0" i="0" dirty="0">
              <a:effectLst/>
              <a:latin typeface="fkGroteskNeue"/>
            </a:endParaRPr>
          </a:p>
          <a:p>
            <a:pPr marL="285750" indent="-285750" algn="l">
              <a:buFont typeface="Wingdings" panose="05000000000000000000" pitchFamily="2" charset="2"/>
              <a:buChar char="v"/>
            </a:pPr>
            <a:r>
              <a:rPr lang="en-US" b="0" i="0" dirty="0">
                <a:effectLst/>
                <a:latin typeface="fkGroteskNeue"/>
              </a:rPr>
              <a:t>In Between (at specific position):</a:t>
            </a:r>
          </a:p>
          <a:p>
            <a:pPr marL="742950" lvl="1" indent="-285750" algn="l">
              <a:buFont typeface="Arial" panose="020B0604020202020204" pitchFamily="34" charset="0"/>
              <a:buChar char="•"/>
            </a:pPr>
            <a:r>
              <a:rPr lang="en-US" b="0" i="0" dirty="0">
                <a:effectLst/>
                <a:latin typeface="fkGroteskNeue"/>
              </a:rPr>
              <a:t>Traverse to desired location.</a:t>
            </a:r>
          </a:p>
          <a:p>
            <a:pPr marL="742950" lvl="1" indent="-285750" algn="l">
              <a:buFont typeface="Arial" panose="020B0604020202020204" pitchFamily="34" charset="0"/>
              <a:buChar char="•"/>
            </a:pPr>
            <a:r>
              <a:rPr lang="en-US" b="0" i="0" dirty="0">
                <a:effectLst/>
                <a:latin typeface="fkGroteskNeue"/>
              </a:rPr>
              <a:t>Set new node’s next pointer to the next node.</a:t>
            </a:r>
          </a:p>
          <a:p>
            <a:pPr marL="742950" lvl="1" indent="-285750" algn="l">
              <a:buFont typeface="Arial" panose="020B0604020202020204" pitchFamily="34" charset="0"/>
              <a:buChar char="•"/>
            </a:pPr>
            <a:r>
              <a:rPr lang="en-US" b="0" i="0" dirty="0">
                <a:effectLst/>
                <a:latin typeface="fkGroteskNeue"/>
              </a:rPr>
              <a:t>Link previous node’s next pointer to new node.</a:t>
            </a:r>
          </a:p>
          <a:p>
            <a:pPr marL="742950" lvl="1" indent="-285750" algn="l">
              <a:buFont typeface="Arial" panose="020B0604020202020204" pitchFamily="34" charset="0"/>
              <a:buChar char="•"/>
            </a:pPr>
            <a:r>
              <a:rPr lang="en-US" b="0" i="0" dirty="0">
                <a:effectLst/>
                <a:latin typeface="fkGroteskNeue"/>
              </a:rPr>
              <a:t>Time complexity: O(n).</a:t>
            </a:r>
          </a:p>
        </p:txBody>
      </p:sp>
    </p:spTree>
    <p:extLst>
      <p:ext uri="{BB962C8B-B14F-4D97-AF65-F5344CB8AC3E}">
        <p14:creationId xmlns:p14="http://schemas.microsoft.com/office/powerpoint/2010/main" val="1478208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9415D-AD65-67A5-4F9E-EA6F52FBCC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E13A4E3-1179-ACCB-BE5A-18ED25B8F3CF}"/>
              </a:ext>
            </a:extLst>
          </p:cNvPr>
          <p:cNvSpPr txBox="1"/>
          <p:nvPr/>
        </p:nvSpPr>
        <p:spPr>
          <a:xfrm>
            <a:off x="924339" y="185027"/>
            <a:ext cx="8587409" cy="1200329"/>
          </a:xfrm>
          <a:prstGeom prst="rect">
            <a:avLst/>
          </a:prstGeom>
          <a:noFill/>
        </p:spPr>
        <p:txBody>
          <a:bodyPr wrap="square">
            <a:spAutoFit/>
          </a:bodyPr>
          <a:lstStyle/>
          <a:p>
            <a:pPr marL="285750" indent="-285750" algn="l">
              <a:buFont typeface="Wingdings" panose="05000000000000000000" pitchFamily="2" charset="2"/>
              <a:buChar char="v"/>
            </a:pPr>
            <a:r>
              <a:rPr lang="en-US" b="0" i="0" dirty="0">
                <a:effectLst/>
                <a:latin typeface="fkGroteskNeue"/>
              </a:rPr>
              <a:t>At End:</a:t>
            </a:r>
          </a:p>
          <a:p>
            <a:pPr algn="l">
              <a:buFont typeface="Arial" panose="020B0604020202020204" pitchFamily="34" charset="0"/>
              <a:buChar char="•"/>
            </a:pPr>
            <a:r>
              <a:rPr lang="en-US" b="0" i="0" dirty="0">
                <a:effectLst/>
                <a:latin typeface="fkGroteskNeue"/>
              </a:rPr>
              <a:t>Traverse to last node (next pointer is null).</a:t>
            </a:r>
          </a:p>
          <a:p>
            <a:pPr algn="l">
              <a:buFont typeface="Arial" panose="020B0604020202020204" pitchFamily="34" charset="0"/>
              <a:buChar char="•"/>
            </a:pPr>
            <a:r>
              <a:rPr lang="en-US" b="0" i="0" dirty="0">
                <a:effectLst/>
                <a:latin typeface="fkGroteskNeue"/>
              </a:rPr>
              <a:t>Set last node’s next pointer to new node.</a:t>
            </a:r>
          </a:p>
          <a:p>
            <a:pPr algn="l">
              <a:buFont typeface="Arial" panose="020B0604020202020204" pitchFamily="34" charset="0"/>
              <a:buChar char="•"/>
            </a:pPr>
            <a:r>
              <a:rPr lang="en-US" b="0" i="0" dirty="0">
                <a:effectLst/>
                <a:latin typeface="fkGroteskNeue"/>
              </a:rPr>
              <a:t>Time complexity: O(n).</a:t>
            </a:r>
          </a:p>
        </p:txBody>
      </p:sp>
      <p:sp>
        <p:nvSpPr>
          <p:cNvPr id="5" name="TextBox 4">
            <a:extLst>
              <a:ext uri="{FF2B5EF4-FFF2-40B4-BE49-F238E27FC236}">
                <a16:creationId xmlns:a16="http://schemas.microsoft.com/office/drawing/2014/main" id="{2244EDF4-A888-58AC-049A-C3D5D2729C18}"/>
              </a:ext>
            </a:extLst>
          </p:cNvPr>
          <p:cNvSpPr txBox="1"/>
          <p:nvPr/>
        </p:nvSpPr>
        <p:spPr>
          <a:xfrm>
            <a:off x="924339" y="1385356"/>
            <a:ext cx="8229600" cy="5078313"/>
          </a:xfrm>
          <a:prstGeom prst="rect">
            <a:avLst/>
          </a:prstGeom>
          <a:noFill/>
        </p:spPr>
        <p:txBody>
          <a:bodyPr wrap="square">
            <a:spAutoFit/>
          </a:bodyPr>
          <a:lstStyle/>
          <a:p>
            <a:pPr algn="l">
              <a:buNone/>
            </a:pPr>
            <a:r>
              <a:rPr lang="en-US" b="0" i="0" dirty="0">
                <a:effectLst/>
                <a:latin typeface="fkGrotesk"/>
              </a:rPr>
              <a:t>3. Deletion</a:t>
            </a:r>
          </a:p>
          <a:p>
            <a:pPr algn="l">
              <a:buNone/>
            </a:pPr>
            <a:endParaRPr lang="en-US" b="0" i="0" dirty="0">
              <a:effectLst/>
              <a:latin typeface="fkGrotesk"/>
            </a:endParaRPr>
          </a:p>
          <a:p>
            <a:pPr marL="285750" indent="-285750" algn="l">
              <a:buFont typeface="Wingdings" panose="05000000000000000000" pitchFamily="2" charset="2"/>
              <a:buChar char="v"/>
            </a:pPr>
            <a:r>
              <a:rPr lang="en-US" b="0" i="0" dirty="0">
                <a:effectLst/>
                <a:latin typeface="fkGroteskNeue"/>
              </a:rPr>
              <a:t>From Front:</a:t>
            </a:r>
          </a:p>
          <a:p>
            <a:pPr marL="742950" lvl="1" indent="-285750" algn="l">
              <a:buFont typeface="Arial" panose="020B0604020202020204" pitchFamily="34" charset="0"/>
              <a:buChar char="•"/>
            </a:pPr>
            <a:r>
              <a:rPr lang="en-US" b="0" i="0" dirty="0">
                <a:effectLst/>
                <a:latin typeface="fkGroteskNeue"/>
              </a:rPr>
              <a:t>Set head to head’s next pointer.</a:t>
            </a:r>
          </a:p>
          <a:p>
            <a:pPr marL="742950" lvl="1" indent="-285750" algn="l">
              <a:buFont typeface="Arial" panose="020B0604020202020204" pitchFamily="34" charset="0"/>
              <a:buChar char="•"/>
            </a:pPr>
            <a:r>
              <a:rPr lang="en-US" b="0" i="0" dirty="0">
                <a:effectLst/>
                <a:latin typeface="fkGroteskNeue"/>
              </a:rPr>
              <a:t>Free memory of removed node.</a:t>
            </a:r>
          </a:p>
          <a:p>
            <a:pPr marL="742950" lvl="1" indent="-285750" algn="l">
              <a:buFont typeface="Arial" panose="020B0604020202020204" pitchFamily="34" charset="0"/>
              <a:buChar char="•"/>
            </a:pPr>
            <a:r>
              <a:rPr lang="en-US" b="0" i="0" dirty="0">
                <a:effectLst/>
                <a:latin typeface="fkGroteskNeue"/>
              </a:rPr>
              <a:t>Time complexity: O(1).</a:t>
            </a:r>
          </a:p>
          <a:p>
            <a:pPr lvl="1" algn="l"/>
            <a:endParaRPr lang="en-US" b="0" i="0" dirty="0">
              <a:effectLst/>
              <a:latin typeface="fkGroteskNeue"/>
            </a:endParaRPr>
          </a:p>
          <a:p>
            <a:pPr marL="285750" indent="-285750" algn="l">
              <a:buFont typeface="Wingdings" panose="05000000000000000000" pitchFamily="2" charset="2"/>
              <a:buChar char="v"/>
            </a:pPr>
            <a:r>
              <a:rPr lang="en-US" b="0" i="0" dirty="0">
                <a:effectLst/>
                <a:latin typeface="fkGroteskNeue"/>
              </a:rPr>
              <a:t>In Between (at specific position):</a:t>
            </a:r>
          </a:p>
          <a:p>
            <a:pPr marL="742950" lvl="1" indent="-285750" algn="l">
              <a:buFont typeface="Arial" panose="020B0604020202020204" pitchFamily="34" charset="0"/>
              <a:buChar char="•"/>
            </a:pPr>
            <a:r>
              <a:rPr lang="en-US" b="0" i="0" dirty="0">
                <a:effectLst/>
                <a:latin typeface="fkGroteskNeue"/>
              </a:rPr>
              <a:t>Traverse to previous node of target.</a:t>
            </a:r>
          </a:p>
          <a:p>
            <a:pPr marL="742950" lvl="1" indent="-285750" algn="l">
              <a:buFont typeface="Arial" panose="020B0604020202020204" pitchFamily="34" charset="0"/>
              <a:buChar char="•"/>
            </a:pPr>
            <a:r>
              <a:rPr lang="en-US" b="0" i="0" dirty="0">
                <a:effectLst/>
                <a:latin typeface="fkGroteskNeue"/>
              </a:rPr>
              <a:t>Update previous node’s next pointer to skip target node.</a:t>
            </a:r>
          </a:p>
          <a:p>
            <a:pPr marL="742950" lvl="1" indent="-285750" algn="l">
              <a:buFont typeface="Arial" panose="020B0604020202020204" pitchFamily="34" charset="0"/>
              <a:buChar char="•"/>
            </a:pPr>
            <a:r>
              <a:rPr lang="en-US" b="0" i="0" dirty="0">
                <a:effectLst/>
                <a:latin typeface="fkGroteskNeue"/>
              </a:rPr>
              <a:t>Free memory of removed node.</a:t>
            </a:r>
          </a:p>
          <a:p>
            <a:pPr marL="742950" lvl="1" indent="-285750" algn="l">
              <a:buFont typeface="Arial" panose="020B0604020202020204" pitchFamily="34" charset="0"/>
              <a:buChar char="•"/>
            </a:pPr>
            <a:r>
              <a:rPr lang="en-US" b="0" i="0" dirty="0">
                <a:effectLst/>
                <a:latin typeface="fkGroteskNeue"/>
              </a:rPr>
              <a:t>Time complexity: O(n).</a:t>
            </a:r>
          </a:p>
          <a:p>
            <a:pPr lvl="1" algn="l"/>
            <a:endParaRPr lang="en-US" b="0" i="0" dirty="0">
              <a:effectLst/>
              <a:latin typeface="fkGroteskNeue"/>
            </a:endParaRPr>
          </a:p>
          <a:p>
            <a:pPr marL="285750" indent="-285750" algn="l">
              <a:buFont typeface="Wingdings" panose="05000000000000000000" pitchFamily="2" charset="2"/>
              <a:buChar char="v"/>
            </a:pPr>
            <a:r>
              <a:rPr lang="en-US" b="0" i="0" dirty="0">
                <a:effectLst/>
                <a:latin typeface="fkGroteskNeue"/>
              </a:rPr>
              <a:t>From End:</a:t>
            </a:r>
          </a:p>
          <a:p>
            <a:pPr marL="742950" lvl="1" indent="-285750" algn="l">
              <a:buFont typeface="Arial" panose="020B0604020202020204" pitchFamily="34" charset="0"/>
              <a:buChar char="•"/>
            </a:pPr>
            <a:r>
              <a:rPr lang="en-US" b="0" i="0" dirty="0">
                <a:effectLst/>
                <a:latin typeface="fkGroteskNeue"/>
              </a:rPr>
              <a:t>Traverse to second last node.</a:t>
            </a:r>
          </a:p>
          <a:p>
            <a:pPr marL="742950" lvl="1" indent="-285750" algn="l">
              <a:buFont typeface="Arial" panose="020B0604020202020204" pitchFamily="34" charset="0"/>
              <a:buChar char="•"/>
            </a:pPr>
            <a:r>
              <a:rPr lang="en-US" b="0" i="0" dirty="0">
                <a:effectLst/>
                <a:latin typeface="fkGroteskNeue"/>
              </a:rPr>
              <a:t>Set its next pointer to null.</a:t>
            </a:r>
          </a:p>
          <a:p>
            <a:pPr marL="742950" lvl="1" indent="-285750" algn="l">
              <a:buFont typeface="Arial" panose="020B0604020202020204" pitchFamily="34" charset="0"/>
              <a:buChar char="•"/>
            </a:pPr>
            <a:r>
              <a:rPr lang="en-US" b="0" i="0" dirty="0">
                <a:effectLst/>
                <a:latin typeface="fkGroteskNeue"/>
              </a:rPr>
              <a:t>Free memory of last node.</a:t>
            </a:r>
          </a:p>
          <a:p>
            <a:pPr marL="742950" lvl="1" indent="-285750" algn="l">
              <a:buFont typeface="Arial" panose="020B0604020202020204" pitchFamily="34" charset="0"/>
              <a:buChar char="•"/>
            </a:pPr>
            <a:r>
              <a:rPr lang="en-US" b="0" i="0" dirty="0">
                <a:effectLst/>
                <a:latin typeface="fkGroteskNeue"/>
              </a:rPr>
              <a:t>Time complexity: O(n).</a:t>
            </a:r>
          </a:p>
        </p:txBody>
      </p:sp>
    </p:spTree>
    <p:extLst>
      <p:ext uri="{BB962C8B-B14F-4D97-AF65-F5344CB8AC3E}">
        <p14:creationId xmlns:p14="http://schemas.microsoft.com/office/powerpoint/2010/main" val="4067643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7125B-015C-ECA8-2E9C-7BC8425F65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955909-0712-F3C1-C6C5-CF24639EDFF9}"/>
              </a:ext>
            </a:extLst>
          </p:cNvPr>
          <p:cNvSpPr txBox="1"/>
          <p:nvPr/>
        </p:nvSpPr>
        <p:spPr>
          <a:xfrm>
            <a:off x="785192" y="143974"/>
            <a:ext cx="8696739" cy="646331"/>
          </a:xfrm>
          <a:prstGeom prst="rect">
            <a:avLst/>
          </a:prstGeom>
          <a:noFill/>
        </p:spPr>
        <p:txBody>
          <a:bodyPr wrap="square">
            <a:spAutoFit/>
          </a:bodyPr>
          <a:lstStyle/>
          <a:p>
            <a:r>
              <a:rPr lang="en-US" dirty="0"/>
              <a:t>3.4 Blockchain data structure: Introduction to Blockchain, Applications of Blockchain</a:t>
            </a:r>
            <a:endParaRPr lang="en-IN" dirty="0"/>
          </a:p>
        </p:txBody>
      </p:sp>
      <p:pic>
        <p:nvPicPr>
          <p:cNvPr id="1026" name="Picture 2" descr="Blockchain Structure - GeeksforGeeks">
            <a:extLst>
              <a:ext uri="{FF2B5EF4-FFF2-40B4-BE49-F238E27FC236}">
                <a16:creationId xmlns:a16="http://schemas.microsoft.com/office/drawing/2014/main" id="{06C9543D-89E7-D5B1-3AA7-6B2332D78D3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82" t="5845" r="2603" b="6262"/>
          <a:stretch>
            <a:fillRect/>
          </a:stretch>
        </p:blipFill>
        <p:spPr bwMode="auto">
          <a:xfrm>
            <a:off x="785192" y="1003852"/>
            <a:ext cx="8696739" cy="4194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576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51FFB-2A60-3F1D-8D72-5238F8F1BE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87724F1-2DF9-7896-1F02-D41648E80FE9}"/>
              </a:ext>
            </a:extLst>
          </p:cNvPr>
          <p:cNvSpPr txBox="1"/>
          <p:nvPr/>
        </p:nvSpPr>
        <p:spPr>
          <a:xfrm>
            <a:off x="785191" y="149809"/>
            <a:ext cx="8527774" cy="2585323"/>
          </a:xfrm>
          <a:prstGeom prst="rect">
            <a:avLst/>
          </a:prstGeom>
          <a:noFill/>
        </p:spPr>
        <p:txBody>
          <a:bodyPr wrap="square">
            <a:spAutoFit/>
          </a:bodyPr>
          <a:lstStyle/>
          <a:p>
            <a:pPr marL="285750" indent="-285750" algn="l">
              <a:buFont typeface="Wingdings" panose="05000000000000000000" pitchFamily="2" charset="2"/>
              <a:buChar char="v"/>
            </a:pPr>
            <a:r>
              <a:rPr lang="en-US" b="0" i="0" dirty="0">
                <a:effectLst/>
                <a:latin typeface="fkGrotesk"/>
              </a:rPr>
              <a:t>Introduction to Blockchain Data Structure</a:t>
            </a:r>
          </a:p>
          <a:p>
            <a:pPr algn="l"/>
            <a:endParaRPr lang="en-US" b="0" i="0" dirty="0">
              <a:effectLst/>
              <a:latin typeface="fkGrotesk"/>
            </a:endParaRPr>
          </a:p>
          <a:p>
            <a:pPr algn="l">
              <a:buNone/>
            </a:pPr>
            <a:r>
              <a:rPr lang="en-US" b="0" i="0" dirty="0">
                <a:effectLst/>
                <a:latin typeface="fkGroteskNeue"/>
              </a:rPr>
              <a:t>A blockchain is a decentralized digital ledger that records data in blocks that are cryptographically linked to form a chain. Each block contains a set of transactions, a hash of the previous block, a timestamp, and other metadata. The use of cryptographic hashes ensures data integrity and makes it nearly impossible to tamper with the information recorded in earlier blocks, guaranteeing security and immutability. Multiple copies of the blockchain are distributed across a peer-to-peer network, so every participant has access to the complete record, ensuring transparency and trust among users</a:t>
            </a:r>
          </a:p>
        </p:txBody>
      </p:sp>
      <p:sp>
        <p:nvSpPr>
          <p:cNvPr id="5" name="TextBox 4">
            <a:extLst>
              <a:ext uri="{FF2B5EF4-FFF2-40B4-BE49-F238E27FC236}">
                <a16:creationId xmlns:a16="http://schemas.microsoft.com/office/drawing/2014/main" id="{3F29DB6D-4A78-B178-3305-C165C8B4D8AA}"/>
              </a:ext>
            </a:extLst>
          </p:cNvPr>
          <p:cNvSpPr txBox="1"/>
          <p:nvPr/>
        </p:nvSpPr>
        <p:spPr>
          <a:xfrm>
            <a:off x="785191" y="2968707"/>
            <a:ext cx="8527774" cy="3693319"/>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Components of Blockchain</a:t>
            </a:r>
          </a:p>
          <a:p>
            <a:pPr algn="l"/>
            <a:endParaRPr lang="en-US" b="1" i="0" dirty="0">
              <a:effectLst/>
              <a:latin typeface="fkGrotesk"/>
            </a:endParaRPr>
          </a:p>
          <a:p>
            <a:pPr algn="l">
              <a:buFont typeface="Arial" panose="020B0604020202020204" pitchFamily="34" charset="0"/>
              <a:buChar char="•"/>
            </a:pPr>
            <a:r>
              <a:rPr lang="en-US" b="0" i="0" dirty="0">
                <a:effectLst/>
                <a:latin typeface="fkGroteskNeue"/>
              </a:rPr>
              <a:t>Block: The primary unit, containing transaction data, a timestamp, and a reference to the hash of the previous block.</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Chain: The sequential, cryptographically connected series of blocks.</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Distributed Ledger: Each node maintains a copy of the complete blockchain.</a:t>
            </a:r>
          </a:p>
          <a:p>
            <a:pPr algn="l">
              <a:buFont typeface="Arial" panose="020B0604020202020204" pitchFamily="34" charset="0"/>
              <a:buChar char="•"/>
            </a:pPr>
            <a:endParaRPr lang="en-US" b="0" i="0" dirty="0">
              <a:effectLst/>
              <a:latin typeface="fkGroteskNeue"/>
            </a:endParaRPr>
          </a:p>
          <a:p>
            <a:pPr algn="l">
              <a:buFont typeface="Arial" panose="020B0604020202020204" pitchFamily="34" charset="0"/>
              <a:buChar char="•"/>
            </a:pPr>
            <a:r>
              <a:rPr lang="en-US" b="0" i="0" dirty="0">
                <a:effectLst/>
                <a:latin typeface="fkGroteskNeue"/>
              </a:rPr>
              <a:t>Node: A networked computer that stores, verifies, and helps propagate new blocks.</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Consensus Mechanism: Collective process for agreement on the validity of transactions and blocks across all nodes (e.g., Proof of Work or Proof of Stake).</a:t>
            </a:r>
          </a:p>
        </p:txBody>
      </p:sp>
    </p:spTree>
    <p:extLst>
      <p:ext uri="{BB962C8B-B14F-4D97-AF65-F5344CB8AC3E}">
        <p14:creationId xmlns:p14="http://schemas.microsoft.com/office/powerpoint/2010/main" val="3846912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30815-8501-5742-9F51-7D6B189178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97ED01-5BE4-1FF7-9DFD-B77A497F314D}"/>
              </a:ext>
            </a:extLst>
          </p:cNvPr>
          <p:cNvSpPr txBox="1"/>
          <p:nvPr/>
        </p:nvSpPr>
        <p:spPr>
          <a:xfrm>
            <a:off x="894522" y="131876"/>
            <a:ext cx="8497956" cy="4524315"/>
          </a:xfrm>
          <a:prstGeom prst="rect">
            <a:avLst/>
          </a:prstGeom>
          <a:noFill/>
        </p:spPr>
        <p:txBody>
          <a:bodyPr wrap="square">
            <a:spAutoFit/>
          </a:bodyPr>
          <a:lstStyle/>
          <a:p>
            <a:pPr marL="285750" indent="-285750" algn="l">
              <a:buFont typeface="Wingdings" panose="05000000000000000000" pitchFamily="2" charset="2"/>
              <a:buChar char="Ø"/>
            </a:pPr>
            <a:r>
              <a:rPr lang="en-US" b="1" i="0" dirty="0">
                <a:effectLst/>
                <a:latin typeface="fkGrotesk"/>
              </a:rPr>
              <a:t>Applications of Blockchain</a:t>
            </a:r>
          </a:p>
          <a:p>
            <a:pPr algn="l"/>
            <a:endParaRPr lang="en-US" b="1" i="0" dirty="0">
              <a:effectLst/>
              <a:latin typeface="fkGrotesk"/>
            </a:endParaRPr>
          </a:p>
          <a:p>
            <a:pPr algn="l">
              <a:buFont typeface="Arial" panose="020B0604020202020204" pitchFamily="34" charset="0"/>
              <a:buChar char="•"/>
            </a:pPr>
            <a:r>
              <a:rPr lang="en-US" b="0" i="0" dirty="0">
                <a:effectLst/>
                <a:latin typeface="fkGroteskNeue"/>
              </a:rPr>
              <a:t>Cryptocurrencies: Used as the data structure for digital currencies like Bitcoin and Ethereum, recording transactions securely and transparently.</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Supply Chain Management: Tracks and authenticates each stage in the movement of goods for transparency and accountability.</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Healthcare: Secures patient records, enabling authorized access across institutions while preserving privacy.</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Voting Systems: Ensures tamper-proof recording of votes and transparency in election processes.</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Smart Contracts: Self-executing programs stored on blockchain, automating contract verification and execution without intermediaries</a:t>
            </a:r>
          </a:p>
        </p:txBody>
      </p:sp>
    </p:spTree>
    <p:extLst>
      <p:ext uri="{BB962C8B-B14F-4D97-AF65-F5344CB8AC3E}">
        <p14:creationId xmlns:p14="http://schemas.microsoft.com/office/powerpoint/2010/main" val="64966123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28</TotalTime>
  <Words>1021</Words>
  <Application>Microsoft Office PowerPoint</Application>
  <PresentationFormat>Widescreen</PresentationFormat>
  <Paragraphs>113</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fkGrotesk</vt:lpstr>
      <vt:lpstr>fkGroteskNeue</vt:lpstr>
      <vt:lpstr>Trebuchet MS</vt:lpstr>
      <vt:lpstr>Wingdings</vt:lpstr>
      <vt:lpstr>Wingdings 3</vt:lpstr>
      <vt:lpstr>Facet</vt:lpstr>
      <vt:lpstr>3.1 Introduction and Terminologies: Node, Next Address and Pointer, Null pointer, Empty list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2025-11-04T02:23:03Z</dcterms:created>
  <dcterms:modified xsi:type="dcterms:W3CDTF">2025-11-04T02:51:58Z</dcterms:modified>
</cp:coreProperties>
</file>