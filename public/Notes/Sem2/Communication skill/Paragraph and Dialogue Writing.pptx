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1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75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2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68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12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61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7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96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51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35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8335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418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6360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300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01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34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DEC19-6857-4EE4-B8F7-5A0E6447A8E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771682-7ADB-475E-BA1F-E585F2F48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52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16562DC-631F-BB60-DC2C-FE3EC1C69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922" y="2186609"/>
            <a:ext cx="8875643" cy="1679714"/>
          </a:xfrm>
        </p:spPr>
        <p:txBody>
          <a:bodyPr/>
          <a:lstStyle/>
          <a:p>
            <a:pPr algn="ctr"/>
            <a:r>
              <a:rPr lang="en-US" b="1" dirty="0"/>
              <a:t>Paragraph and Dialogue Writing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724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42A6B0-20A9-1E03-5900-A010B28AF845}"/>
              </a:ext>
            </a:extLst>
          </p:cNvPr>
          <p:cNvSpPr txBox="1"/>
          <p:nvPr/>
        </p:nvSpPr>
        <p:spPr>
          <a:xfrm>
            <a:off x="934279" y="253952"/>
            <a:ext cx="870667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</a:rPr>
              <a:t>2.1 Types of paragraphs: Technical ,Descriptive , Narrative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Types of Paragraphs</a:t>
            </a:r>
          </a:p>
          <a:p>
            <a:endParaRPr lang="en-US" dirty="0"/>
          </a:p>
          <a:p>
            <a:r>
              <a:rPr lang="en-US" dirty="0"/>
              <a:t>1. Technical Paragraph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Presents factual information with precision, often relating to scientific, engineering, or technological topics.​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clear and concise language, including data, procedures, or technical terms.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purpose is to inform or explain technical details (e.g., process instructions, descriptions of devices).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"The microcontroller consists of a central processing unit, memory units, and input/output interfaces. It performs arithmetic and logic operations, and is widely used in embedded systems due to its efficiency and small size."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71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D100-E6A4-8064-9752-7A77C567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9DCD2-E2E6-64E8-E0E3-4E1C43A43B10}"/>
              </a:ext>
            </a:extLst>
          </p:cNvPr>
          <p:cNvSpPr txBox="1"/>
          <p:nvPr/>
        </p:nvSpPr>
        <p:spPr>
          <a:xfrm>
            <a:off x="844826" y="108108"/>
            <a:ext cx="856753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2. Descriptive Paragraph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Creates a vivid picture of a person, place, object, or event using sensory details (sight, sound, smell, taste, touch).​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Uses adjectives and descriptive language.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 focus is on painting a picture in the reader’s mind.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r>
              <a:rPr lang="en-US" b="1" i="0" dirty="0">
                <a:effectLst/>
                <a:latin typeface="fkGroteskNeue"/>
              </a:rPr>
              <a:t>Example</a:t>
            </a:r>
            <a:r>
              <a:rPr lang="en-US" b="0" i="0" dirty="0">
                <a:effectLst/>
                <a:latin typeface="fkGroteskNeue"/>
              </a:rPr>
              <a:t>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"The library stands at the end of the cobblestone street. Its ancient walls are covered in green ivy, and inside, the </a:t>
            </a:r>
            <a:r>
              <a:rPr lang="en-US" dirty="0"/>
              <a:t> scent of old paper fills the air. Soft light falls on rows of books, inviting students to explore.“</a:t>
            </a:r>
          </a:p>
          <a:p>
            <a:endParaRPr lang="en-US" b="0" i="0" dirty="0">
              <a:effectLst/>
              <a:latin typeface="fkGroteskNeue"/>
            </a:endParaRPr>
          </a:p>
          <a:p>
            <a:r>
              <a:rPr lang="en-US" b="1" dirty="0"/>
              <a:t>3. Narrative Paragraph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Tells a story or recounts an event in a logical sequence.​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Focuses on action, time, and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written in first person and includes characters, setting, and plot.</a:t>
            </a:r>
          </a:p>
          <a:p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"Yesterday, I attended my first class in college. As I entered the classroom, the teacher explained the syllabus. We introduced ourselves, and by the end of the hour, I had made two new friends."</a:t>
            </a:r>
          </a:p>
          <a:p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895064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AA40-61AA-9A41-811A-388AA969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DF850-605B-B1AE-4F17-4C54120C2B30}"/>
              </a:ext>
            </a:extLst>
          </p:cNvPr>
          <p:cNvSpPr txBox="1"/>
          <p:nvPr/>
        </p:nvSpPr>
        <p:spPr>
          <a:xfrm>
            <a:off x="775252" y="107245"/>
            <a:ext cx="82991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2.2 Dialogue Writing: </a:t>
            </a:r>
            <a:r>
              <a:rPr lang="en-US" dirty="0" err="1"/>
              <a:t>i</a:t>
            </a:r>
            <a:r>
              <a:rPr lang="en-US" dirty="0"/>
              <a:t>. Greetings ii. Development iii. Closing Sentence</a:t>
            </a:r>
            <a:endParaRPr lang="en-US" dirty="0"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Dialogue Writing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Dialogue is a conversation between two or more people, often used to bring realism and clarity to narratives and technical communication.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Parts of Dialogue Writing: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marL="400050" indent="-400050" algn="l">
              <a:buFont typeface="+mj-lt"/>
              <a:buAutoNum type="romanUcPeriod"/>
            </a:pPr>
            <a:r>
              <a:rPr lang="en-US" b="1" i="0" dirty="0">
                <a:effectLst/>
                <a:latin typeface="fkGroteskNeue"/>
              </a:rPr>
              <a:t>Greetings</a:t>
            </a:r>
            <a:r>
              <a:rPr lang="en-US" b="0" i="0" dirty="0">
                <a:effectLst/>
                <a:latin typeface="fkGroteskNeue"/>
              </a:rPr>
              <a:t>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Begin with a polite opening (Hello, Good morning, How are you?).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ii.   </a:t>
            </a:r>
            <a:r>
              <a:rPr lang="en-US" b="1" i="0" dirty="0">
                <a:effectLst/>
                <a:latin typeface="fkGroteskNeue"/>
              </a:rPr>
              <a:t>Development</a:t>
            </a:r>
            <a:r>
              <a:rPr lang="en-US" b="0" i="0" dirty="0">
                <a:effectLst/>
                <a:latin typeface="fkGroteskNeue"/>
              </a:rPr>
              <a:t>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The main part of the conversation; exchange information, ask questions, give replies or instructions.</a:t>
            </a:r>
          </a:p>
          <a:p>
            <a:pPr algn="l">
              <a:buNone/>
            </a:pPr>
            <a:endParaRPr lang="en-US" b="1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iii.   Closing Sentence: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End the conversation politely (Thank you, See you later, Goodbye).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82806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1E9E-7C07-2976-4105-386BDD78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819564-68FB-48F8-5727-4DB3E4E5C2F9}"/>
              </a:ext>
            </a:extLst>
          </p:cNvPr>
          <p:cNvSpPr txBox="1"/>
          <p:nvPr/>
        </p:nvSpPr>
        <p:spPr>
          <a:xfrm>
            <a:off x="864705" y="187621"/>
            <a:ext cx="84880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Neue"/>
              </a:rPr>
              <a:t>Example of Dialogue:</a:t>
            </a:r>
          </a:p>
          <a:p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A: Good morning, Priya!</a:t>
            </a:r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B: Good morning, Rahul! How are you today?</a:t>
            </a:r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A: I’m fine, thank you. Are you ready for the technical seminar?</a:t>
            </a:r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B: Yes, I finished my presentation.</a:t>
            </a:r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A: Great! Let’s meet in the hall at 10 o’clock.</a:t>
            </a:r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B: Sure, see you there.</a:t>
            </a:r>
            <a:br>
              <a:rPr lang="en-US" dirty="0"/>
            </a:br>
            <a:r>
              <a:rPr lang="en-US" b="0" i="0" dirty="0">
                <a:effectLst/>
                <a:latin typeface="fkGroteskNeue"/>
              </a:rPr>
              <a:t>A: See you, Priya!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1305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493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fkGrotesk</vt:lpstr>
      <vt:lpstr>fkGroteskNeue</vt:lpstr>
      <vt:lpstr>Trebuchet MS</vt:lpstr>
      <vt:lpstr>Wingdings</vt:lpstr>
      <vt:lpstr>Wingdings 3</vt:lpstr>
      <vt:lpstr>Facet</vt:lpstr>
      <vt:lpstr>Paragraph and Dialogue Writing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2025-11-03T06:54:05Z</dcterms:created>
  <dcterms:modified xsi:type="dcterms:W3CDTF">2025-11-03T07:06:48Z</dcterms:modified>
</cp:coreProperties>
</file>