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30E73C-A808-41F2-90A8-89D02D001228}" v="80" dt="2025-10-06T21:08:09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undo custSel addSld delSld modSld sldOrd">
      <pc:chgData name="shshinde2580@gmail.com" userId="86fdf0c531315612" providerId="LiveId" clId="{80EF1F59-5901-4077-BC9B-DA299863282D}" dt="2025-10-06T21:12:19.878" v="18007" actId="2696"/>
      <pc:docMkLst>
        <pc:docMk/>
      </pc:docMkLst>
      <pc:sldChg chg="modSp mod">
        <pc:chgData name="shshinde2580@gmail.com" userId="86fdf0c531315612" providerId="LiveId" clId="{80EF1F59-5901-4077-BC9B-DA299863282D}" dt="2025-10-06T10:36:45.397" v="7486"/>
        <pc:sldMkLst>
          <pc:docMk/>
          <pc:sldMk cId="2912446958" sldId="259"/>
        </pc:sldMkLst>
        <pc:spChg chg="mod">
          <ac:chgData name="shshinde2580@gmail.com" userId="86fdf0c531315612" providerId="LiveId" clId="{80EF1F59-5901-4077-BC9B-DA299863282D}" dt="2025-10-06T10:36:45.397" v="7486"/>
          <ac:spMkLst>
            <pc:docMk/>
            <pc:sldMk cId="2912446958" sldId="259"/>
            <ac:spMk id="7" creationId="{922DA715-BEB9-0F29-D93F-43C2F889675D}"/>
          </ac:spMkLst>
        </pc:spChg>
      </pc:sldChg>
      <pc:sldChg chg="addSp delSp modSp mod">
        <pc:chgData name="shshinde2580@gmail.com" userId="86fdf0c531315612" providerId="LiveId" clId="{80EF1F59-5901-4077-BC9B-DA299863282D}" dt="2025-10-06T09:11:07.003" v="4777" actId="21"/>
        <pc:sldMkLst>
          <pc:docMk/>
          <pc:sldMk cId="821674671" sldId="260"/>
        </pc:sldMkLst>
        <pc:spChg chg="add mod">
          <ac:chgData name="shshinde2580@gmail.com" userId="86fdf0c531315612" providerId="LiveId" clId="{80EF1F59-5901-4077-BC9B-DA299863282D}" dt="2025-10-06T09:09:52.085" v="4764" actId="20577"/>
          <ac:spMkLst>
            <pc:docMk/>
            <pc:sldMk cId="821674671" sldId="260"/>
            <ac:spMk id="2" creationId="{2EA0D99C-9776-566D-EFEB-F18DC5002DDC}"/>
          </ac:spMkLst>
        </pc:spChg>
        <pc:spChg chg="add del mod">
          <ac:chgData name="shshinde2580@gmail.com" userId="86fdf0c531315612" providerId="LiveId" clId="{80EF1F59-5901-4077-BC9B-DA299863282D}" dt="2025-10-06T09:07:37.820" v="4606" actId="21"/>
          <ac:spMkLst>
            <pc:docMk/>
            <pc:sldMk cId="821674671" sldId="260"/>
            <ac:spMk id="27" creationId="{515368C2-98F5-FEE4-340F-61BCB9B838AA}"/>
          </ac:spMkLst>
        </pc:spChg>
        <pc:spChg chg="add mod">
          <ac:chgData name="shshinde2580@gmail.com" userId="86fdf0c531315612" providerId="LiveId" clId="{80EF1F59-5901-4077-BC9B-DA299863282D}" dt="2025-10-06T09:08:04.591" v="4611" actId="13822"/>
          <ac:spMkLst>
            <pc:docMk/>
            <pc:sldMk cId="821674671" sldId="260"/>
            <ac:spMk id="28" creationId="{6D05F17A-66D7-D168-0430-BC09EB646604}"/>
          </ac:spMkLst>
        </pc:spChg>
        <pc:spChg chg="add mod">
          <ac:chgData name="shshinde2580@gmail.com" userId="86fdf0c531315612" providerId="LiveId" clId="{80EF1F59-5901-4077-BC9B-DA299863282D}" dt="2025-10-06T09:08:47.694" v="4657" actId="1076"/>
          <ac:spMkLst>
            <pc:docMk/>
            <pc:sldMk cId="821674671" sldId="260"/>
            <ac:spMk id="29" creationId="{CA8F0631-8202-F3E3-D6B6-CF7507A54891}"/>
          </ac:spMkLst>
        </pc:spChg>
        <pc:spChg chg="add del mod">
          <ac:chgData name="shshinde2580@gmail.com" userId="86fdf0c531315612" providerId="LiveId" clId="{80EF1F59-5901-4077-BC9B-DA299863282D}" dt="2025-10-06T09:11:07.003" v="4777" actId="21"/>
          <ac:spMkLst>
            <pc:docMk/>
            <pc:sldMk cId="821674671" sldId="260"/>
            <ac:spMk id="30" creationId="{DCF14D2B-94C4-668F-9F0B-F42BE063508A}"/>
          </ac:spMkLst>
        </pc:spChg>
        <pc:grpChg chg="mod">
          <ac:chgData name="shshinde2580@gmail.com" userId="86fdf0c531315612" providerId="LiveId" clId="{80EF1F59-5901-4077-BC9B-DA299863282D}" dt="2025-10-06T09:06:07.778" v="4569"/>
          <ac:grpSpMkLst>
            <pc:docMk/>
            <pc:sldMk cId="821674671" sldId="260"/>
            <ac:grpSpMk id="8" creationId="{016436F7-A703-3D81-1574-A6937FFAF6BF}"/>
          </ac:grpSpMkLst>
        </pc:grpChg>
        <pc:grpChg chg="mod">
          <ac:chgData name="shshinde2580@gmail.com" userId="86fdf0c531315612" providerId="LiveId" clId="{80EF1F59-5901-4077-BC9B-DA299863282D}" dt="2025-10-06T09:06:12.864" v="4579"/>
          <ac:grpSpMkLst>
            <pc:docMk/>
            <pc:sldMk cId="821674671" sldId="260"/>
            <ac:grpSpMk id="15" creationId="{4BE320AE-25F8-7594-450A-1B417D8BD688}"/>
          </ac:grpSpMkLst>
        </pc:grpChg>
        <pc:grpChg chg="mod">
          <ac:chgData name="shshinde2580@gmail.com" userId="86fdf0c531315612" providerId="LiveId" clId="{80EF1F59-5901-4077-BC9B-DA299863282D}" dt="2025-10-06T09:06:12.864" v="4579"/>
          <ac:grpSpMkLst>
            <pc:docMk/>
            <pc:sldMk cId="821674671" sldId="260"/>
            <ac:grpSpMk id="16" creationId="{F7F683B1-D392-D4D9-AC70-FEA087959359}"/>
          </ac:grpSpMkLst>
        </pc:grpChg>
        <pc:grpChg chg="mod">
          <ac:chgData name="shshinde2580@gmail.com" userId="86fdf0c531315612" providerId="LiveId" clId="{80EF1F59-5901-4077-BC9B-DA299863282D}" dt="2025-10-06T09:06:20.518" v="4591"/>
          <ac:grpSpMkLst>
            <pc:docMk/>
            <pc:sldMk cId="821674671" sldId="260"/>
            <ac:grpSpMk id="21" creationId="{A8263A44-2B4E-2A59-63FB-E1574C6650D5}"/>
          </ac:grpSpMkLst>
        </pc:grpChg>
        <pc:grpChg chg="mod">
          <ac:chgData name="shshinde2580@gmail.com" userId="86fdf0c531315612" providerId="LiveId" clId="{80EF1F59-5901-4077-BC9B-DA299863282D}" dt="2025-10-06T09:06:20.518" v="4591"/>
          <ac:grpSpMkLst>
            <pc:docMk/>
            <pc:sldMk cId="821674671" sldId="260"/>
            <ac:grpSpMk id="22" creationId="{98B7D8CA-12FD-4E9B-5DD0-2866A427AEB4}"/>
          </ac:grpSpMkLst>
        </pc:grpChg>
        <pc:grpChg chg="mod">
          <ac:chgData name="shshinde2580@gmail.com" userId="86fdf0c531315612" providerId="LiveId" clId="{80EF1F59-5901-4077-BC9B-DA299863282D}" dt="2025-10-06T09:06:45.171" v="4601"/>
          <ac:grpSpMkLst>
            <pc:docMk/>
            <pc:sldMk cId="821674671" sldId="260"/>
            <ac:grpSpMk id="25" creationId="{B6BBE38E-7CD9-CF87-5410-306A21C754E6}"/>
          </ac:grpSpMkLst>
        </pc:grpChg>
        <pc:inkChg chg="add del">
          <ac:chgData name="shshinde2580@gmail.com" userId="86fdf0c531315612" providerId="LiveId" clId="{80EF1F59-5901-4077-BC9B-DA299863282D}" dt="2025-10-06T09:05:42.369" v="4560" actId="9405"/>
          <ac:inkMkLst>
            <pc:docMk/>
            <pc:sldMk cId="821674671" sldId="260"/>
            <ac:inkMk id="3" creationId="{8F998D76-2C70-1A98-81DA-D30FA5C90647}"/>
          </ac:inkMkLst>
        </pc:inkChg>
        <pc:inkChg chg="add del">
          <ac:chgData name="shshinde2580@gmail.com" userId="86fdf0c531315612" providerId="LiveId" clId="{80EF1F59-5901-4077-BC9B-DA299863282D}" dt="2025-10-06T09:05:53.617" v="4562" actId="9405"/>
          <ac:inkMkLst>
            <pc:docMk/>
            <pc:sldMk cId="821674671" sldId="260"/>
            <ac:inkMk id="4" creationId="{FA8217B2-DA1E-C602-2DF2-B1494CA0D83E}"/>
          </ac:inkMkLst>
        </pc:inkChg>
        <pc:inkChg chg="add del mod">
          <ac:chgData name="shshinde2580@gmail.com" userId="86fdf0c531315612" providerId="LiveId" clId="{80EF1F59-5901-4077-BC9B-DA299863282D}" dt="2025-10-06T09:06:08.741" v="4570" actId="9405"/>
          <ac:inkMkLst>
            <pc:docMk/>
            <pc:sldMk cId="821674671" sldId="260"/>
            <ac:inkMk id="5" creationId="{1D57F50E-8AD1-0A5D-D098-0144A476B345}"/>
          </ac:inkMkLst>
        </pc:inkChg>
        <pc:inkChg chg="add del mod">
          <ac:chgData name="shshinde2580@gmail.com" userId="86fdf0c531315612" providerId="LiveId" clId="{80EF1F59-5901-4077-BC9B-DA299863282D}" dt="2025-10-06T09:06:07.778" v="4569"/>
          <ac:inkMkLst>
            <pc:docMk/>
            <pc:sldMk cId="821674671" sldId="260"/>
            <ac:inkMk id="6" creationId="{67F54C60-922B-E038-9A8C-F9BB1112EBE3}"/>
          </ac:inkMkLst>
        </pc:inkChg>
        <pc:inkChg chg="add del">
          <ac:chgData name="shshinde2580@gmail.com" userId="86fdf0c531315612" providerId="LiveId" clId="{80EF1F59-5901-4077-BC9B-DA299863282D}" dt="2025-10-06T09:06:06.894" v="4566" actId="9405"/>
          <ac:inkMkLst>
            <pc:docMk/>
            <pc:sldMk cId="821674671" sldId="260"/>
            <ac:inkMk id="7" creationId="{68C5F35A-168F-65BB-DAF1-6B08A4A78DE8}"/>
          </ac:inkMkLst>
        </pc:inkChg>
        <pc:inkChg chg="add del mod">
          <ac:chgData name="shshinde2580@gmail.com" userId="86fdf0c531315612" providerId="LiveId" clId="{80EF1F59-5901-4077-BC9B-DA299863282D}" dt="2025-10-06T09:06:14.813" v="4584" actId="9405"/>
          <ac:inkMkLst>
            <pc:docMk/>
            <pc:sldMk cId="821674671" sldId="260"/>
            <ac:inkMk id="9" creationId="{B4503783-01B1-AFFF-3A17-F395C4657AE5}"/>
          </ac:inkMkLst>
        </pc:inkChg>
        <pc:inkChg chg="add del mod">
          <ac:chgData name="shshinde2580@gmail.com" userId="86fdf0c531315612" providerId="LiveId" clId="{80EF1F59-5901-4077-BC9B-DA299863282D}" dt="2025-10-06T09:06:14.401" v="4583" actId="9405"/>
          <ac:inkMkLst>
            <pc:docMk/>
            <pc:sldMk cId="821674671" sldId="260"/>
            <ac:inkMk id="10" creationId="{1051F99D-63D1-65A4-9FAA-7C856B688054}"/>
          </ac:inkMkLst>
        </pc:inkChg>
        <pc:inkChg chg="add del">
          <ac:chgData name="shshinde2580@gmail.com" userId="86fdf0c531315612" providerId="LiveId" clId="{80EF1F59-5901-4077-BC9B-DA299863282D}" dt="2025-10-06T09:06:14.019" v="4582" actId="9405"/>
          <ac:inkMkLst>
            <pc:docMk/>
            <pc:sldMk cId="821674671" sldId="260"/>
            <ac:inkMk id="11" creationId="{791EAC5A-2794-C2F2-05F2-A35D66D08A72}"/>
          </ac:inkMkLst>
        </pc:inkChg>
        <pc:inkChg chg="add del">
          <ac:chgData name="shshinde2580@gmail.com" userId="86fdf0c531315612" providerId="LiveId" clId="{80EF1F59-5901-4077-BC9B-DA299863282D}" dt="2025-10-06T09:06:13.666" v="4581" actId="9405"/>
          <ac:inkMkLst>
            <pc:docMk/>
            <pc:sldMk cId="821674671" sldId="260"/>
            <ac:inkMk id="12" creationId="{422F4D92-35CE-B556-81A4-896340946E50}"/>
          </ac:inkMkLst>
        </pc:inkChg>
        <pc:inkChg chg="add del mod">
          <ac:chgData name="shshinde2580@gmail.com" userId="86fdf0c531315612" providerId="LiveId" clId="{80EF1F59-5901-4077-BC9B-DA299863282D}" dt="2025-10-06T09:06:13.156" v="4580" actId="9405"/>
          <ac:inkMkLst>
            <pc:docMk/>
            <pc:sldMk cId="821674671" sldId="260"/>
            <ac:inkMk id="13" creationId="{00CFAA35-C5AA-36E9-5399-D716091AB461}"/>
          </ac:inkMkLst>
        </pc:inkChg>
        <pc:inkChg chg="add del mod">
          <ac:chgData name="shshinde2580@gmail.com" userId="86fdf0c531315612" providerId="LiveId" clId="{80EF1F59-5901-4077-BC9B-DA299863282D}" dt="2025-10-06T09:06:12.864" v="4579"/>
          <ac:inkMkLst>
            <pc:docMk/>
            <pc:sldMk cId="821674671" sldId="260"/>
            <ac:inkMk id="14" creationId="{C9C2B11C-0476-5622-99D0-B4DC28DCFCC8}"/>
          </ac:inkMkLst>
        </pc:inkChg>
        <pc:inkChg chg="add del mod">
          <ac:chgData name="shshinde2580@gmail.com" userId="86fdf0c531315612" providerId="LiveId" clId="{80EF1F59-5901-4077-BC9B-DA299863282D}" dt="2025-10-06T09:06:21.733" v="4594" actId="9405"/>
          <ac:inkMkLst>
            <pc:docMk/>
            <pc:sldMk cId="821674671" sldId="260"/>
            <ac:inkMk id="17" creationId="{1EBB17C3-3D9F-2454-5C77-D86A3BA16384}"/>
          </ac:inkMkLst>
        </pc:inkChg>
        <pc:inkChg chg="add del mod">
          <ac:chgData name="shshinde2580@gmail.com" userId="86fdf0c531315612" providerId="LiveId" clId="{80EF1F59-5901-4077-BC9B-DA299863282D}" dt="2025-10-06T09:06:21.480" v="4593" actId="9405"/>
          <ac:inkMkLst>
            <pc:docMk/>
            <pc:sldMk cId="821674671" sldId="260"/>
            <ac:inkMk id="18" creationId="{0095E316-BA94-3F31-4F5D-47BE035D99B2}"/>
          </ac:inkMkLst>
        </pc:inkChg>
        <pc:inkChg chg="add del mod">
          <ac:chgData name="shshinde2580@gmail.com" userId="86fdf0c531315612" providerId="LiveId" clId="{80EF1F59-5901-4077-BC9B-DA299863282D}" dt="2025-10-06T09:06:21.125" v="4592" actId="9405"/>
          <ac:inkMkLst>
            <pc:docMk/>
            <pc:sldMk cId="821674671" sldId="260"/>
            <ac:inkMk id="19" creationId="{EDC8A9B3-E4B7-0CF0-F8B6-636F942B24F4}"/>
          </ac:inkMkLst>
        </pc:inkChg>
        <pc:inkChg chg="add del mod">
          <ac:chgData name="shshinde2580@gmail.com" userId="86fdf0c531315612" providerId="LiveId" clId="{80EF1F59-5901-4077-BC9B-DA299863282D}" dt="2025-10-06T09:06:20.518" v="4591"/>
          <ac:inkMkLst>
            <pc:docMk/>
            <pc:sldMk cId="821674671" sldId="260"/>
            <ac:inkMk id="20" creationId="{9A0F5CC8-AA49-E217-41FE-0EE2E57DBE0D}"/>
          </ac:inkMkLst>
        </pc:inkChg>
        <pc:inkChg chg="add del mod">
          <ac:chgData name="shshinde2580@gmail.com" userId="86fdf0c531315612" providerId="LiveId" clId="{80EF1F59-5901-4077-BC9B-DA299863282D}" dt="2025-10-06T09:06:45.850" v="4602" actId="9405"/>
          <ac:inkMkLst>
            <pc:docMk/>
            <pc:sldMk cId="821674671" sldId="260"/>
            <ac:inkMk id="23" creationId="{9553D5D5-D3AD-06D1-F01B-D8C6A207D7A0}"/>
          </ac:inkMkLst>
        </pc:inkChg>
        <pc:inkChg chg="add del mod">
          <ac:chgData name="shshinde2580@gmail.com" userId="86fdf0c531315612" providerId="LiveId" clId="{80EF1F59-5901-4077-BC9B-DA299863282D}" dt="2025-10-06T09:06:45.171" v="4601"/>
          <ac:inkMkLst>
            <pc:docMk/>
            <pc:sldMk cId="821674671" sldId="260"/>
            <ac:inkMk id="24" creationId="{0EDDA558-338B-9AAF-1975-2857784AD0E8}"/>
          </ac:inkMkLst>
        </pc:inkChg>
        <pc:inkChg chg="add del">
          <ac:chgData name="shshinde2580@gmail.com" userId="86fdf0c531315612" providerId="LiveId" clId="{80EF1F59-5901-4077-BC9B-DA299863282D}" dt="2025-10-06T09:06:44.432" v="4599" actId="9405"/>
          <ac:inkMkLst>
            <pc:docMk/>
            <pc:sldMk cId="821674671" sldId="260"/>
            <ac:inkMk id="26" creationId="{ED6CA649-FE22-8B38-30C1-999085EBE992}"/>
          </ac:inkMkLst>
        </pc:inkChg>
      </pc:sldChg>
      <pc:sldChg chg="addSp modSp mod ord">
        <pc:chgData name="shshinde2580@gmail.com" userId="86fdf0c531315612" providerId="LiveId" clId="{80EF1F59-5901-4077-BC9B-DA299863282D}" dt="2025-10-06T08:28:57.963" v="2360" actId="20577"/>
        <pc:sldMkLst>
          <pc:docMk/>
          <pc:sldMk cId="2040244333" sldId="261"/>
        </pc:sldMkLst>
        <pc:spChg chg="add mod">
          <ac:chgData name="shshinde2580@gmail.com" userId="86fdf0c531315612" providerId="LiveId" clId="{80EF1F59-5901-4077-BC9B-DA299863282D}" dt="2025-10-06T08:28:57.963" v="2360" actId="20577"/>
          <ac:spMkLst>
            <pc:docMk/>
            <pc:sldMk cId="2040244333" sldId="261"/>
            <ac:spMk id="2" creationId="{BE703423-E969-F375-336C-C1B6B8A436E3}"/>
          </ac:spMkLst>
        </pc:spChg>
        <pc:spChg chg="add mod">
          <ac:chgData name="shshinde2580@gmail.com" userId="86fdf0c531315612" providerId="LiveId" clId="{80EF1F59-5901-4077-BC9B-DA299863282D}" dt="2025-10-06T08:26:58.420" v="2258"/>
          <ac:spMkLst>
            <pc:docMk/>
            <pc:sldMk cId="2040244333" sldId="261"/>
            <ac:spMk id="3" creationId="{7E66D240-E11D-A455-7681-3B8D67F7E816}"/>
          </ac:spMkLst>
        </pc:spChg>
      </pc:sldChg>
      <pc:sldChg chg="addSp delSp modSp mod">
        <pc:chgData name="shshinde2580@gmail.com" userId="86fdf0c531315612" providerId="LiveId" clId="{80EF1F59-5901-4077-BC9B-DA299863282D}" dt="2025-10-06T10:36:19.274" v="7482"/>
        <pc:sldMkLst>
          <pc:docMk/>
          <pc:sldMk cId="549962578" sldId="262"/>
        </pc:sldMkLst>
        <pc:spChg chg="add del mod">
          <ac:chgData name="shshinde2580@gmail.com" userId="86fdf0c531315612" providerId="LiveId" clId="{80EF1F59-5901-4077-BC9B-DA299863282D}" dt="2025-10-06T08:32:03.272" v="2364"/>
          <ac:spMkLst>
            <pc:docMk/>
            <pc:sldMk cId="549962578" sldId="262"/>
            <ac:spMk id="2" creationId="{A6323754-17EB-22EC-1EE5-221AE67CE01B}"/>
          </ac:spMkLst>
        </pc:spChg>
        <pc:spChg chg="add mod">
          <ac:chgData name="shshinde2580@gmail.com" userId="86fdf0c531315612" providerId="LiveId" clId="{80EF1F59-5901-4077-BC9B-DA299863282D}" dt="2025-10-06T10:36:19.274" v="7482"/>
          <ac:spMkLst>
            <pc:docMk/>
            <pc:sldMk cId="549962578" sldId="262"/>
            <ac:spMk id="3" creationId="{AF0A1696-DF24-1A02-60F3-2A1428317F7B}"/>
          </ac:spMkLst>
        </pc:spChg>
      </pc:sldChg>
      <pc:sldChg chg="addSp modSp mod">
        <pc:chgData name="shshinde2580@gmail.com" userId="86fdf0c531315612" providerId="LiveId" clId="{80EF1F59-5901-4077-BC9B-DA299863282D}" dt="2025-10-06T09:14:27.562" v="4780" actId="113"/>
        <pc:sldMkLst>
          <pc:docMk/>
          <pc:sldMk cId="954056439" sldId="263"/>
        </pc:sldMkLst>
        <pc:spChg chg="add mod">
          <ac:chgData name="shshinde2580@gmail.com" userId="86fdf0c531315612" providerId="LiveId" clId="{80EF1F59-5901-4077-BC9B-DA299863282D}" dt="2025-10-06T09:14:27.562" v="4780" actId="113"/>
          <ac:spMkLst>
            <pc:docMk/>
            <pc:sldMk cId="954056439" sldId="263"/>
            <ac:spMk id="2" creationId="{B8F0615F-F30B-418B-2180-B22B4862BA77}"/>
          </ac:spMkLst>
        </pc:spChg>
      </pc:sldChg>
      <pc:sldChg chg="addSp modSp mod">
        <pc:chgData name="shshinde2580@gmail.com" userId="86fdf0c531315612" providerId="LiveId" clId="{80EF1F59-5901-4077-BC9B-DA299863282D}" dt="2025-10-06T09:14:19.864" v="4779" actId="20577"/>
        <pc:sldMkLst>
          <pc:docMk/>
          <pc:sldMk cId="3207622732" sldId="264"/>
        </pc:sldMkLst>
        <pc:spChg chg="add mod">
          <ac:chgData name="shshinde2580@gmail.com" userId="86fdf0c531315612" providerId="LiveId" clId="{80EF1F59-5901-4077-BC9B-DA299863282D}" dt="2025-10-06T09:14:19.864" v="4779" actId="20577"/>
          <ac:spMkLst>
            <pc:docMk/>
            <pc:sldMk cId="3207622732" sldId="264"/>
            <ac:spMk id="2" creationId="{FAF3AEAB-8398-3F58-A477-391F56F0B973}"/>
          </ac:spMkLst>
        </pc:spChg>
        <pc:cxnChg chg="add mod">
          <ac:chgData name="shshinde2580@gmail.com" userId="86fdf0c531315612" providerId="LiveId" clId="{80EF1F59-5901-4077-BC9B-DA299863282D}" dt="2025-10-06T09:04:37.484" v="4558" actId="13822"/>
          <ac:cxnSpMkLst>
            <pc:docMk/>
            <pc:sldMk cId="3207622732" sldId="264"/>
            <ac:cxnSpMk id="4" creationId="{16DFC874-B5F3-6963-3FF5-D7F2C22314AE}"/>
          </ac:cxnSpMkLst>
        </pc:cxnChg>
      </pc:sldChg>
      <pc:sldChg chg="addSp modSp mod">
        <pc:chgData name="shshinde2580@gmail.com" userId="86fdf0c531315612" providerId="LiveId" clId="{80EF1F59-5901-4077-BC9B-DA299863282D}" dt="2025-10-06T09:00:29.065" v="4318" actId="20577"/>
        <pc:sldMkLst>
          <pc:docMk/>
          <pc:sldMk cId="3212115455" sldId="265"/>
        </pc:sldMkLst>
        <pc:spChg chg="add mod">
          <ac:chgData name="shshinde2580@gmail.com" userId="86fdf0c531315612" providerId="LiveId" clId="{80EF1F59-5901-4077-BC9B-DA299863282D}" dt="2025-10-06T09:00:29.065" v="4318" actId="20577"/>
          <ac:spMkLst>
            <pc:docMk/>
            <pc:sldMk cId="3212115455" sldId="265"/>
            <ac:spMk id="2" creationId="{356AB410-D6D2-A82C-94AE-21A7E795C030}"/>
          </ac:spMkLst>
        </pc:spChg>
      </pc:sldChg>
      <pc:sldChg chg="addSp modSp mod">
        <pc:chgData name="shshinde2580@gmail.com" userId="86fdf0c531315612" providerId="LiveId" clId="{80EF1F59-5901-4077-BC9B-DA299863282D}" dt="2025-10-06T10:50:05.179" v="8366" actId="20577"/>
        <pc:sldMkLst>
          <pc:docMk/>
          <pc:sldMk cId="2817147441" sldId="266"/>
        </pc:sldMkLst>
        <pc:spChg chg="add mod">
          <ac:chgData name="shshinde2580@gmail.com" userId="86fdf0c531315612" providerId="LiveId" clId="{80EF1F59-5901-4077-BC9B-DA299863282D}" dt="2025-10-06T10:48:45.116" v="8342" actId="20577"/>
          <ac:spMkLst>
            <pc:docMk/>
            <pc:sldMk cId="2817147441" sldId="266"/>
            <ac:spMk id="2" creationId="{E3CE9DBF-095F-5A48-7F4B-23C7B04EC149}"/>
          </ac:spMkLst>
        </pc:spChg>
        <pc:spChg chg="add mod">
          <ac:chgData name="shshinde2580@gmail.com" userId="86fdf0c531315612" providerId="LiveId" clId="{80EF1F59-5901-4077-BC9B-DA299863282D}" dt="2025-10-06T10:50:05.179" v="8366" actId="20577"/>
          <ac:spMkLst>
            <pc:docMk/>
            <pc:sldMk cId="2817147441" sldId="266"/>
            <ac:spMk id="3" creationId="{49F66935-ACAE-6706-401F-70726AE30A49}"/>
          </ac:spMkLst>
        </pc:spChg>
      </pc:sldChg>
      <pc:sldChg chg="addSp delSp modSp mod">
        <pc:chgData name="shshinde2580@gmail.com" userId="86fdf0c531315612" providerId="LiveId" clId="{80EF1F59-5901-4077-BC9B-DA299863282D}" dt="2025-10-06T10:50:10.045" v="8368" actId="20577"/>
        <pc:sldMkLst>
          <pc:docMk/>
          <pc:sldMk cId="439024960" sldId="267"/>
        </pc:sldMkLst>
        <pc:spChg chg="add del mod">
          <ac:chgData name="shshinde2580@gmail.com" userId="86fdf0c531315612" providerId="LiveId" clId="{80EF1F59-5901-4077-BC9B-DA299863282D}" dt="2025-10-06T10:49:06.481" v="8344" actId="21"/>
          <ac:spMkLst>
            <pc:docMk/>
            <pc:sldMk cId="439024960" sldId="267"/>
            <ac:spMk id="2" creationId="{A120C6C2-DFE0-863B-1109-8393D5278C75}"/>
          </ac:spMkLst>
        </pc:spChg>
        <pc:spChg chg="add mod">
          <ac:chgData name="shshinde2580@gmail.com" userId="86fdf0c531315612" providerId="LiveId" clId="{80EF1F59-5901-4077-BC9B-DA299863282D}" dt="2025-10-06T10:50:10.045" v="8368" actId="20577"/>
          <ac:spMkLst>
            <pc:docMk/>
            <pc:sldMk cId="439024960" sldId="267"/>
            <ac:spMk id="3" creationId="{9DF4EFBE-199A-3010-AB85-9B4E5F383000}"/>
          </ac:spMkLst>
        </pc:spChg>
      </pc:sldChg>
      <pc:sldChg chg="addSp modSp mod ord">
        <pc:chgData name="shshinde2580@gmail.com" userId="86fdf0c531315612" providerId="LiveId" clId="{80EF1F59-5901-4077-BC9B-DA299863282D}" dt="2025-10-06T10:22:25.005" v="6520" actId="113"/>
        <pc:sldMkLst>
          <pc:docMk/>
          <pc:sldMk cId="2958223830" sldId="268"/>
        </pc:sldMkLst>
        <pc:spChg chg="add mod">
          <ac:chgData name="shshinde2580@gmail.com" userId="86fdf0c531315612" providerId="LiveId" clId="{80EF1F59-5901-4077-BC9B-DA299863282D}" dt="2025-10-06T10:22:25.005" v="6520" actId="113"/>
          <ac:spMkLst>
            <pc:docMk/>
            <pc:sldMk cId="2958223830" sldId="268"/>
            <ac:spMk id="3" creationId="{C53B9E15-B343-C7A7-F567-CE1FE834801D}"/>
          </ac:spMkLst>
        </pc:spChg>
      </pc:sldChg>
      <pc:sldChg chg="addSp modSp mod ord">
        <pc:chgData name="shshinde2580@gmail.com" userId="86fdf0c531315612" providerId="LiveId" clId="{80EF1F59-5901-4077-BC9B-DA299863282D}" dt="2025-10-06T10:35:39.553" v="7468"/>
        <pc:sldMkLst>
          <pc:docMk/>
          <pc:sldMk cId="1647835644" sldId="269"/>
        </pc:sldMkLst>
        <pc:spChg chg="add mod">
          <ac:chgData name="shshinde2580@gmail.com" userId="86fdf0c531315612" providerId="LiveId" clId="{80EF1F59-5901-4077-BC9B-DA299863282D}" dt="2025-10-06T10:35:39.553" v="7468"/>
          <ac:spMkLst>
            <pc:docMk/>
            <pc:sldMk cId="1647835644" sldId="269"/>
            <ac:spMk id="2" creationId="{33D47B0F-4B32-0ED8-DFEC-21A26A1DE112}"/>
          </ac:spMkLst>
        </pc:spChg>
        <pc:picChg chg="add mod">
          <ac:chgData name="shshinde2580@gmail.com" userId="86fdf0c531315612" providerId="LiveId" clId="{80EF1F59-5901-4077-BC9B-DA299863282D}" dt="2025-10-06T10:25:57.825" v="6628" actId="1076"/>
          <ac:picMkLst>
            <pc:docMk/>
            <pc:sldMk cId="1647835644" sldId="269"/>
            <ac:picMk id="3" creationId="{A06908FE-BE16-7C64-D1BE-393EBAB2D4D0}"/>
          </ac:picMkLst>
        </pc:picChg>
      </pc:sldChg>
      <pc:sldChg chg="addSp delSp modSp mod">
        <pc:chgData name="shshinde2580@gmail.com" userId="86fdf0c531315612" providerId="LiveId" clId="{80EF1F59-5901-4077-BC9B-DA299863282D}" dt="2025-10-06T10:56:42.866" v="8820" actId="20577"/>
        <pc:sldMkLst>
          <pc:docMk/>
          <pc:sldMk cId="2731313896" sldId="270"/>
        </pc:sldMkLst>
        <pc:spChg chg="add del mod">
          <ac:chgData name="shshinde2580@gmail.com" userId="86fdf0c531315612" providerId="LiveId" clId="{80EF1F59-5901-4077-BC9B-DA299863282D}" dt="2025-10-06T10:56:42.866" v="8820" actId="20577"/>
          <ac:spMkLst>
            <pc:docMk/>
            <pc:sldMk cId="2731313896" sldId="270"/>
            <ac:spMk id="2" creationId="{B92E1AFD-942D-1AFF-EACB-6F15B1EA271C}"/>
          </ac:spMkLst>
        </pc:spChg>
        <pc:spChg chg="add mod">
          <ac:chgData name="shshinde2580@gmail.com" userId="86fdf0c531315612" providerId="LiveId" clId="{80EF1F59-5901-4077-BC9B-DA299863282D}" dt="2025-10-06T10:43:30.191" v="7999"/>
          <ac:spMkLst>
            <pc:docMk/>
            <pc:sldMk cId="2731313896" sldId="270"/>
            <ac:spMk id="3" creationId="{12E03B81-8075-6F99-28C2-4917147342A5}"/>
          </ac:spMkLst>
        </pc:spChg>
        <pc:spChg chg="add mod">
          <ac:chgData name="shshinde2580@gmail.com" userId="86fdf0c531315612" providerId="LiveId" clId="{80EF1F59-5901-4077-BC9B-DA299863282D}" dt="2025-10-06T10:54:02.911" v="8756"/>
          <ac:spMkLst>
            <pc:docMk/>
            <pc:sldMk cId="2731313896" sldId="270"/>
            <ac:spMk id="4" creationId="{5B18B98B-DDCE-CB15-C9CF-13AE9992F121}"/>
          </ac:spMkLst>
        </pc:spChg>
      </pc:sldChg>
      <pc:sldChg chg="addSp modSp mod">
        <pc:chgData name="shshinde2580@gmail.com" userId="86fdf0c531315612" providerId="LiveId" clId="{80EF1F59-5901-4077-BC9B-DA299863282D}" dt="2025-10-06T19:21:40.338" v="10688" actId="113"/>
        <pc:sldMkLst>
          <pc:docMk/>
          <pc:sldMk cId="3041574329" sldId="271"/>
        </pc:sldMkLst>
        <pc:spChg chg="add mod">
          <ac:chgData name="shshinde2580@gmail.com" userId="86fdf0c531315612" providerId="LiveId" clId="{80EF1F59-5901-4077-BC9B-DA299863282D}" dt="2025-10-06T19:21:40.338" v="10688" actId="113"/>
          <ac:spMkLst>
            <pc:docMk/>
            <pc:sldMk cId="3041574329" sldId="271"/>
            <ac:spMk id="2" creationId="{0B1CCC60-8EBA-61ED-FD6E-F09C5C680544}"/>
          </ac:spMkLst>
        </pc:spChg>
      </pc:sldChg>
      <pc:sldChg chg="addSp modSp mod">
        <pc:chgData name="shshinde2580@gmail.com" userId="86fdf0c531315612" providerId="LiveId" clId="{80EF1F59-5901-4077-BC9B-DA299863282D}" dt="2025-10-06T15:19:49.333" v="10012" actId="20577"/>
        <pc:sldMkLst>
          <pc:docMk/>
          <pc:sldMk cId="1867311560" sldId="272"/>
        </pc:sldMkLst>
        <pc:spChg chg="add mod">
          <ac:chgData name="shshinde2580@gmail.com" userId="86fdf0c531315612" providerId="LiveId" clId="{80EF1F59-5901-4077-BC9B-DA299863282D}" dt="2025-10-06T15:19:49.333" v="10012" actId="20577"/>
          <ac:spMkLst>
            <pc:docMk/>
            <pc:sldMk cId="1867311560" sldId="272"/>
            <ac:spMk id="2" creationId="{763544D0-F307-AF5C-C1F9-D4F386421311}"/>
          </ac:spMkLst>
        </pc:spChg>
      </pc:sldChg>
      <pc:sldChg chg="addSp modSp mod">
        <pc:chgData name="shshinde2580@gmail.com" userId="86fdf0c531315612" providerId="LiveId" clId="{80EF1F59-5901-4077-BC9B-DA299863282D}" dt="2025-10-06T19:20:47.634" v="10649" actId="1076"/>
        <pc:sldMkLst>
          <pc:docMk/>
          <pc:sldMk cId="3719194626" sldId="273"/>
        </pc:sldMkLst>
        <pc:spChg chg="add mod">
          <ac:chgData name="shshinde2580@gmail.com" userId="86fdf0c531315612" providerId="LiveId" clId="{80EF1F59-5901-4077-BC9B-DA299863282D}" dt="2025-10-06T19:20:47.634" v="10649" actId="1076"/>
          <ac:spMkLst>
            <pc:docMk/>
            <pc:sldMk cId="3719194626" sldId="273"/>
            <ac:spMk id="2" creationId="{5C492608-EBF3-9D8D-B6EE-68E1349F8A7D}"/>
          </ac:spMkLst>
        </pc:spChg>
      </pc:sldChg>
      <pc:sldChg chg="addSp modSp mod">
        <pc:chgData name="shshinde2580@gmail.com" userId="86fdf0c531315612" providerId="LiveId" clId="{80EF1F59-5901-4077-BC9B-DA299863282D}" dt="2025-10-06T19:28:54.985" v="11297" actId="20577"/>
        <pc:sldMkLst>
          <pc:docMk/>
          <pc:sldMk cId="976435636" sldId="274"/>
        </pc:sldMkLst>
        <pc:spChg chg="add mod">
          <ac:chgData name="shshinde2580@gmail.com" userId="86fdf0c531315612" providerId="LiveId" clId="{80EF1F59-5901-4077-BC9B-DA299863282D}" dt="2025-10-06T19:28:54.985" v="11297" actId="20577"/>
          <ac:spMkLst>
            <pc:docMk/>
            <pc:sldMk cId="976435636" sldId="274"/>
            <ac:spMk id="2" creationId="{F8639E0D-BA98-54F6-8694-87D832C37C62}"/>
          </ac:spMkLst>
        </pc:spChg>
      </pc:sldChg>
      <pc:sldChg chg="addSp modSp mod">
        <pc:chgData name="shshinde2580@gmail.com" userId="86fdf0c531315612" providerId="LiveId" clId="{80EF1F59-5901-4077-BC9B-DA299863282D}" dt="2025-10-06T19:41:44.333" v="12087" actId="1076"/>
        <pc:sldMkLst>
          <pc:docMk/>
          <pc:sldMk cId="2181407522" sldId="275"/>
        </pc:sldMkLst>
        <pc:spChg chg="add mod">
          <ac:chgData name="shshinde2580@gmail.com" userId="86fdf0c531315612" providerId="LiveId" clId="{80EF1F59-5901-4077-BC9B-DA299863282D}" dt="2025-10-06T19:41:28.158" v="12086" actId="20577"/>
          <ac:spMkLst>
            <pc:docMk/>
            <pc:sldMk cId="2181407522" sldId="275"/>
            <ac:spMk id="2" creationId="{1BE42CFC-3D4C-2B6E-B113-6FA3733FADE1}"/>
          </ac:spMkLst>
        </pc:spChg>
        <pc:graphicFrameChg chg="add mod modGraphic">
          <ac:chgData name="shshinde2580@gmail.com" userId="86fdf0c531315612" providerId="LiveId" clId="{80EF1F59-5901-4077-BC9B-DA299863282D}" dt="2025-10-06T19:41:44.333" v="12087" actId="1076"/>
          <ac:graphicFrameMkLst>
            <pc:docMk/>
            <pc:sldMk cId="2181407522" sldId="275"/>
            <ac:graphicFrameMk id="3" creationId="{AF8D1624-209D-D57B-39B2-B188E3BA6AD3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06T19:49:13.210" v="12898" actId="20577"/>
        <pc:sldMkLst>
          <pc:docMk/>
          <pc:sldMk cId="339715385" sldId="276"/>
        </pc:sldMkLst>
        <pc:spChg chg="add mod">
          <ac:chgData name="shshinde2580@gmail.com" userId="86fdf0c531315612" providerId="LiveId" clId="{80EF1F59-5901-4077-BC9B-DA299863282D}" dt="2025-10-06T19:49:13.210" v="12898" actId="20577"/>
          <ac:spMkLst>
            <pc:docMk/>
            <pc:sldMk cId="339715385" sldId="276"/>
            <ac:spMk id="2" creationId="{8BD994CE-F6C4-BC8F-47EB-9458DC5DD025}"/>
          </ac:spMkLst>
        </pc:spChg>
      </pc:sldChg>
      <pc:sldChg chg="addSp modSp mod">
        <pc:chgData name="shshinde2580@gmail.com" userId="86fdf0c531315612" providerId="LiveId" clId="{80EF1F59-5901-4077-BC9B-DA299863282D}" dt="2025-10-06T20:04:22.241" v="14024" actId="20577"/>
        <pc:sldMkLst>
          <pc:docMk/>
          <pc:sldMk cId="1399577538" sldId="277"/>
        </pc:sldMkLst>
        <pc:spChg chg="add mod">
          <ac:chgData name="shshinde2580@gmail.com" userId="86fdf0c531315612" providerId="LiveId" clId="{80EF1F59-5901-4077-BC9B-DA299863282D}" dt="2025-10-06T20:04:22.241" v="14024" actId="20577"/>
          <ac:spMkLst>
            <pc:docMk/>
            <pc:sldMk cId="1399577538" sldId="277"/>
            <ac:spMk id="2" creationId="{F857E9B0-7655-5403-3466-B01D5A41ADDB}"/>
          </ac:spMkLst>
        </pc:spChg>
        <pc:cxnChg chg="add mod">
          <ac:chgData name="shshinde2580@gmail.com" userId="86fdf0c531315612" providerId="LiveId" clId="{80EF1F59-5901-4077-BC9B-DA299863282D}" dt="2025-10-06T19:56:44.801" v="13625" actId="13822"/>
          <ac:cxnSpMkLst>
            <pc:docMk/>
            <pc:sldMk cId="1399577538" sldId="277"/>
            <ac:cxnSpMk id="4" creationId="{D38E1DE4-DB90-C150-F8EB-73C14CBB4D15}"/>
          </ac:cxnSpMkLst>
        </pc:cxnChg>
        <pc:cxnChg chg="add mod">
          <ac:chgData name="shshinde2580@gmail.com" userId="86fdf0c531315612" providerId="LiveId" clId="{80EF1F59-5901-4077-BC9B-DA299863282D}" dt="2025-10-06T19:57:02.622" v="13627" actId="13822"/>
          <ac:cxnSpMkLst>
            <pc:docMk/>
            <pc:sldMk cId="1399577538" sldId="277"/>
            <ac:cxnSpMk id="6" creationId="{A87B0DC7-B065-6A7E-593C-78DF46713081}"/>
          </ac:cxnSpMkLst>
        </pc:cxnChg>
        <pc:cxnChg chg="add mod">
          <ac:chgData name="shshinde2580@gmail.com" userId="86fdf0c531315612" providerId="LiveId" clId="{80EF1F59-5901-4077-BC9B-DA299863282D}" dt="2025-10-06T20:01:25.003" v="13806" actId="1076"/>
          <ac:cxnSpMkLst>
            <pc:docMk/>
            <pc:sldMk cId="1399577538" sldId="277"/>
            <ac:cxnSpMk id="7" creationId="{E961F4AB-696C-9F93-01E9-C97906550B5C}"/>
          </ac:cxnSpMkLst>
        </pc:cxnChg>
        <pc:cxnChg chg="add mod">
          <ac:chgData name="shshinde2580@gmail.com" userId="86fdf0c531315612" providerId="LiveId" clId="{80EF1F59-5901-4077-BC9B-DA299863282D}" dt="2025-10-06T20:01:34.697" v="13807" actId="14100"/>
          <ac:cxnSpMkLst>
            <pc:docMk/>
            <pc:sldMk cId="1399577538" sldId="277"/>
            <ac:cxnSpMk id="8" creationId="{47B7096C-2661-D659-256E-864727FEE7F6}"/>
          </ac:cxnSpMkLst>
        </pc:cxnChg>
      </pc:sldChg>
      <pc:sldChg chg="addSp modSp mod">
        <pc:chgData name="shshinde2580@gmail.com" userId="86fdf0c531315612" providerId="LiveId" clId="{80EF1F59-5901-4077-BC9B-DA299863282D}" dt="2025-10-06T20:10:11.226" v="14555" actId="113"/>
        <pc:sldMkLst>
          <pc:docMk/>
          <pc:sldMk cId="416961429" sldId="278"/>
        </pc:sldMkLst>
        <pc:spChg chg="add mod">
          <ac:chgData name="shshinde2580@gmail.com" userId="86fdf0c531315612" providerId="LiveId" clId="{80EF1F59-5901-4077-BC9B-DA299863282D}" dt="2025-10-06T20:10:11.226" v="14555" actId="113"/>
          <ac:spMkLst>
            <pc:docMk/>
            <pc:sldMk cId="416961429" sldId="278"/>
            <ac:spMk id="2" creationId="{5F7FB3A3-2886-94A0-0325-0A4AFEC1E915}"/>
          </ac:spMkLst>
        </pc:spChg>
      </pc:sldChg>
      <pc:sldChg chg="addSp modSp mod">
        <pc:chgData name="shshinde2580@gmail.com" userId="86fdf0c531315612" providerId="LiveId" clId="{80EF1F59-5901-4077-BC9B-DA299863282D}" dt="2025-10-06T20:19:28.161" v="15082" actId="20577"/>
        <pc:sldMkLst>
          <pc:docMk/>
          <pc:sldMk cId="1832924979" sldId="279"/>
        </pc:sldMkLst>
        <pc:spChg chg="add mod">
          <ac:chgData name="shshinde2580@gmail.com" userId="86fdf0c531315612" providerId="LiveId" clId="{80EF1F59-5901-4077-BC9B-DA299863282D}" dt="2025-10-06T20:19:28.161" v="15082" actId="20577"/>
          <ac:spMkLst>
            <pc:docMk/>
            <pc:sldMk cId="1832924979" sldId="279"/>
            <ac:spMk id="2" creationId="{DEEB0173-9386-092C-41C5-F2E492F2966E}"/>
          </ac:spMkLst>
        </pc:spChg>
      </pc:sldChg>
      <pc:sldChg chg="addSp modSp mod">
        <pc:chgData name="shshinde2580@gmail.com" userId="86fdf0c531315612" providerId="LiveId" clId="{80EF1F59-5901-4077-BC9B-DA299863282D}" dt="2025-10-06T20:26:51.916" v="15758" actId="113"/>
        <pc:sldMkLst>
          <pc:docMk/>
          <pc:sldMk cId="1971044329" sldId="280"/>
        </pc:sldMkLst>
        <pc:spChg chg="add mod">
          <ac:chgData name="shshinde2580@gmail.com" userId="86fdf0c531315612" providerId="LiveId" clId="{80EF1F59-5901-4077-BC9B-DA299863282D}" dt="2025-10-06T20:26:51.916" v="15758" actId="113"/>
          <ac:spMkLst>
            <pc:docMk/>
            <pc:sldMk cId="1971044329" sldId="280"/>
            <ac:spMk id="2" creationId="{D2B19C76-2394-0595-2E32-32973DC8ACD5}"/>
          </ac:spMkLst>
        </pc:spChg>
      </pc:sldChg>
      <pc:sldChg chg="addSp modSp mod">
        <pc:chgData name="shshinde2580@gmail.com" userId="86fdf0c531315612" providerId="LiveId" clId="{80EF1F59-5901-4077-BC9B-DA299863282D}" dt="2025-10-06T20:33:40.623" v="16255" actId="20577"/>
        <pc:sldMkLst>
          <pc:docMk/>
          <pc:sldMk cId="3501457779" sldId="281"/>
        </pc:sldMkLst>
        <pc:spChg chg="add mod">
          <ac:chgData name="shshinde2580@gmail.com" userId="86fdf0c531315612" providerId="LiveId" clId="{80EF1F59-5901-4077-BC9B-DA299863282D}" dt="2025-10-06T20:33:40.623" v="16255" actId="20577"/>
          <ac:spMkLst>
            <pc:docMk/>
            <pc:sldMk cId="3501457779" sldId="281"/>
            <ac:spMk id="2" creationId="{4BF8C027-BB58-7073-91B8-BB2AC69BA004}"/>
          </ac:spMkLst>
        </pc:spChg>
      </pc:sldChg>
      <pc:sldChg chg="addSp modSp mod">
        <pc:chgData name="shshinde2580@gmail.com" userId="86fdf0c531315612" providerId="LiveId" clId="{80EF1F59-5901-4077-BC9B-DA299863282D}" dt="2025-10-06T20:37:17.598" v="16498" actId="20577"/>
        <pc:sldMkLst>
          <pc:docMk/>
          <pc:sldMk cId="2485253909" sldId="282"/>
        </pc:sldMkLst>
        <pc:spChg chg="add mod">
          <ac:chgData name="shshinde2580@gmail.com" userId="86fdf0c531315612" providerId="LiveId" clId="{80EF1F59-5901-4077-BC9B-DA299863282D}" dt="2025-10-06T20:37:17.598" v="16498" actId="20577"/>
          <ac:spMkLst>
            <pc:docMk/>
            <pc:sldMk cId="2485253909" sldId="282"/>
            <ac:spMk id="2" creationId="{D668415D-584C-91A1-1BF7-0D1D92047415}"/>
          </ac:spMkLst>
        </pc:spChg>
      </pc:sldChg>
      <pc:sldChg chg="addSp delSp modSp add mod">
        <pc:chgData name="shshinde2580@gmail.com" userId="86fdf0c531315612" providerId="LiveId" clId="{80EF1F59-5901-4077-BC9B-DA299863282D}" dt="2025-10-06T20:40:29.093" v="16505" actId="1076"/>
        <pc:sldMkLst>
          <pc:docMk/>
          <pc:sldMk cId="1175871783" sldId="283"/>
        </pc:sldMkLst>
        <pc:spChg chg="add del mod">
          <ac:chgData name="shshinde2580@gmail.com" userId="86fdf0c531315612" providerId="LiveId" clId="{80EF1F59-5901-4077-BC9B-DA299863282D}" dt="2025-10-06T20:40:04.423" v="16502" actId="22"/>
          <ac:spMkLst>
            <pc:docMk/>
            <pc:sldMk cId="1175871783" sldId="283"/>
            <ac:spMk id="3" creationId="{DF9B79B2-4C2A-A823-379E-2F89E8D450A4}"/>
          </ac:spMkLst>
        </pc:spChg>
        <pc:spChg chg="add mod">
          <ac:chgData name="shshinde2580@gmail.com" userId="86fdf0c531315612" providerId="LiveId" clId="{80EF1F59-5901-4077-BC9B-DA299863282D}" dt="2025-10-06T20:40:29.093" v="16505" actId="1076"/>
          <ac:spMkLst>
            <pc:docMk/>
            <pc:sldMk cId="1175871783" sldId="283"/>
            <ac:spMk id="5" creationId="{C6AB7E0A-8702-C788-6F6D-3EBA028B2A82}"/>
          </ac:spMkLst>
        </pc:spChg>
      </pc:sldChg>
      <pc:sldChg chg="addSp modSp add mod">
        <pc:chgData name="shshinde2580@gmail.com" userId="86fdf0c531315612" providerId="LiveId" clId="{80EF1F59-5901-4077-BC9B-DA299863282D}" dt="2025-10-06T20:47:59.565" v="16891" actId="20577"/>
        <pc:sldMkLst>
          <pc:docMk/>
          <pc:sldMk cId="1289263156" sldId="284"/>
        </pc:sldMkLst>
        <pc:spChg chg="add mod">
          <ac:chgData name="shshinde2580@gmail.com" userId="86fdf0c531315612" providerId="LiveId" clId="{80EF1F59-5901-4077-BC9B-DA299863282D}" dt="2025-10-06T20:47:59.565" v="16891" actId="20577"/>
          <ac:spMkLst>
            <pc:docMk/>
            <pc:sldMk cId="1289263156" sldId="284"/>
            <ac:spMk id="2" creationId="{22F9A1CF-A1E3-82B3-1AD6-FBB6C3AFE18E}"/>
          </ac:spMkLst>
        </pc:spChg>
      </pc:sldChg>
      <pc:sldChg chg="addSp modSp add mod">
        <pc:chgData name="shshinde2580@gmail.com" userId="86fdf0c531315612" providerId="LiveId" clId="{80EF1F59-5901-4077-BC9B-DA299863282D}" dt="2025-10-06T20:52:57.841" v="17936" actId="113"/>
        <pc:sldMkLst>
          <pc:docMk/>
          <pc:sldMk cId="3249713799" sldId="285"/>
        </pc:sldMkLst>
        <pc:spChg chg="add mod">
          <ac:chgData name="shshinde2580@gmail.com" userId="86fdf0c531315612" providerId="LiveId" clId="{80EF1F59-5901-4077-BC9B-DA299863282D}" dt="2025-10-06T20:52:57.841" v="17936" actId="113"/>
          <ac:spMkLst>
            <pc:docMk/>
            <pc:sldMk cId="3249713799" sldId="285"/>
            <ac:spMk id="3" creationId="{A174E16B-2AF3-EC3C-EC92-CA88247797C4}"/>
          </ac:spMkLst>
        </pc:spChg>
      </pc:sldChg>
      <pc:sldChg chg="addSp delSp modSp add mod">
        <pc:chgData name="shshinde2580@gmail.com" userId="86fdf0c531315612" providerId="LiveId" clId="{80EF1F59-5901-4077-BC9B-DA299863282D}" dt="2025-10-06T20:57:12.439" v="17957" actId="14100"/>
        <pc:sldMkLst>
          <pc:docMk/>
          <pc:sldMk cId="735572272" sldId="286"/>
        </pc:sldMkLst>
        <pc:spChg chg="add del mod">
          <ac:chgData name="shshinde2580@gmail.com" userId="86fdf0c531315612" providerId="LiveId" clId="{80EF1F59-5901-4077-BC9B-DA299863282D}" dt="2025-10-06T20:56:46.727" v="17940"/>
          <ac:spMkLst>
            <pc:docMk/>
            <pc:sldMk cId="735572272" sldId="286"/>
            <ac:spMk id="2" creationId="{C81A66AE-8BAD-ACA6-D3C3-390AFED2A3E3}"/>
          </ac:spMkLst>
        </pc:spChg>
        <pc:spChg chg="add mod">
          <ac:chgData name="shshinde2580@gmail.com" userId="86fdf0c531315612" providerId="LiveId" clId="{80EF1F59-5901-4077-BC9B-DA299863282D}" dt="2025-10-06T20:57:12.439" v="17957" actId="14100"/>
          <ac:spMkLst>
            <pc:docMk/>
            <pc:sldMk cId="735572272" sldId="286"/>
            <ac:spMk id="4" creationId="{8EC507CC-5228-980E-F645-D03EA07153F9}"/>
          </ac:spMkLst>
        </pc:spChg>
      </pc:sldChg>
      <pc:sldChg chg="addSp modSp add mod">
        <pc:chgData name="shshinde2580@gmail.com" userId="86fdf0c531315612" providerId="LiveId" clId="{80EF1F59-5901-4077-BC9B-DA299863282D}" dt="2025-10-06T21:05:47.744" v="17992" actId="20577"/>
        <pc:sldMkLst>
          <pc:docMk/>
          <pc:sldMk cId="1292288324" sldId="287"/>
        </pc:sldMkLst>
        <pc:spChg chg="add mod">
          <ac:chgData name="shshinde2580@gmail.com" userId="86fdf0c531315612" providerId="LiveId" clId="{80EF1F59-5901-4077-BC9B-DA299863282D}" dt="2025-10-06T21:04:59.007" v="17972" actId="1076"/>
          <ac:spMkLst>
            <pc:docMk/>
            <pc:sldMk cId="1292288324" sldId="287"/>
            <ac:spMk id="3" creationId="{068052E6-0122-A16C-AF1D-9AB274EC3077}"/>
          </ac:spMkLst>
        </pc:spChg>
        <pc:spChg chg="add mod">
          <ac:chgData name="shshinde2580@gmail.com" userId="86fdf0c531315612" providerId="LiveId" clId="{80EF1F59-5901-4077-BC9B-DA299863282D}" dt="2025-10-06T21:05:30.125" v="17986" actId="113"/>
          <ac:spMkLst>
            <pc:docMk/>
            <pc:sldMk cId="1292288324" sldId="287"/>
            <ac:spMk id="5" creationId="{428907A1-B819-68CE-AE42-7EC8B9DF317D}"/>
          </ac:spMkLst>
        </pc:spChg>
        <pc:spChg chg="add mod">
          <ac:chgData name="shshinde2580@gmail.com" userId="86fdf0c531315612" providerId="LiveId" clId="{80EF1F59-5901-4077-BC9B-DA299863282D}" dt="2025-10-06T21:05:47.744" v="17992" actId="20577"/>
          <ac:spMkLst>
            <pc:docMk/>
            <pc:sldMk cId="1292288324" sldId="287"/>
            <ac:spMk id="7" creationId="{D9BEB446-CD5D-9B41-7CB3-5C236CECB3AB}"/>
          </ac:spMkLst>
        </pc:spChg>
      </pc:sldChg>
      <pc:sldChg chg="addSp modSp add mod">
        <pc:chgData name="shshinde2580@gmail.com" userId="86fdf0c531315612" providerId="LiveId" clId="{80EF1F59-5901-4077-BC9B-DA299863282D}" dt="2025-10-06T21:08:39.745" v="18006" actId="113"/>
        <pc:sldMkLst>
          <pc:docMk/>
          <pc:sldMk cId="3973312896" sldId="288"/>
        </pc:sldMkLst>
        <pc:spChg chg="add mod">
          <ac:chgData name="shshinde2580@gmail.com" userId="86fdf0c531315612" providerId="LiveId" clId="{80EF1F59-5901-4077-BC9B-DA299863282D}" dt="2025-10-06T21:08:39.745" v="18006" actId="113"/>
          <ac:spMkLst>
            <pc:docMk/>
            <pc:sldMk cId="3973312896" sldId="288"/>
            <ac:spMk id="3" creationId="{79854C0D-757A-C363-AC8C-AD6EE0C9532D}"/>
          </ac:spMkLst>
        </pc:spChg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1107505140" sldId="289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3364070700" sldId="290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3312141610" sldId="291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2907710171" sldId="292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2406645471" sldId="293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3957708855" sldId="294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39374630" sldId="295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1645642819" sldId="296"/>
        </pc:sldMkLst>
      </pc:sldChg>
      <pc:sldChg chg="add del">
        <pc:chgData name="shshinde2580@gmail.com" userId="86fdf0c531315612" providerId="LiveId" clId="{80EF1F59-5901-4077-BC9B-DA299863282D}" dt="2025-10-06T21:12:19.878" v="18007" actId="2696"/>
        <pc:sldMkLst>
          <pc:docMk/>
          <pc:sldMk cId="1565587288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AF2F0-DFE7-4AEF-8C18-AE13258C08E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3D50-0BF6-455A-AE82-23BF248A4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3D50-0BF6-455A-AE82-23BF248A4A8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04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07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0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6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88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04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7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8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1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01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56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6617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04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6660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663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772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38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C3734-502A-4FCF-977E-7375BFBD00D2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F643447-7174-4192-BA97-3A2D7867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62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17C3-0D0B-42A9-69E0-2BF8D8476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956" y="2605849"/>
            <a:ext cx="9442174" cy="1646302"/>
          </a:xfrm>
        </p:spPr>
        <p:txBody>
          <a:bodyPr/>
          <a:lstStyle/>
          <a:p>
            <a:pPr algn="ctr"/>
            <a:r>
              <a:rPr lang="en-US" dirty="0"/>
              <a:t>Derived Syntactical Constructs in 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39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ABC8AB-1E92-A195-79B8-1B752FA1A127}"/>
              </a:ext>
            </a:extLst>
          </p:cNvPr>
          <p:cNvSpPr txBox="1"/>
          <p:nvPr/>
        </p:nvSpPr>
        <p:spPr>
          <a:xfrm>
            <a:off x="824949" y="198210"/>
            <a:ext cx="855759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What is a Constructor?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 constructor is a special method used to initialize an object when it is created.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It has the same name as the class.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It does not have a return type, not even void.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It runs automatically when you create an object using the </a:t>
            </a:r>
            <a:r>
              <a:rPr lang="en-US" b="0" i="0" dirty="0">
                <a:effectLst/>
                <a:latin typeface="berkeleyMono"/>
              </a:rPr>
              <a:t>new</a:t>
            </a:r>
            <a:r>
              <a:rPr lang="en-US" b="0" i="0" dirty="0">
                <a:effectLst/>
                <a:latin typeface="fkGroteskNeue"/>
              </a:rPr>
              <a:t> keyword.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Purpose: To set initial values for the object's attributes.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Example of a Constructor:</a:t>
            </a:r>
          </a:p>
          <a:p>
            <a:pPr algn="l">
              <a:buNone/>
            </a:pPr>
            <a:endParaRPr lang="en-US" b="1" dirty="0">
              <a:latin typeface="fkGrotesk"/>
            </a:endParaRPr>
          </a:p>
          <a:p>
            <a:r>
              <a:rPr lang="en-US" dirty="0">
                <a:latin typeface="fkGrotesk"/>
              </a:rPr>
              <a:t>class Student {</a:t>
            </a:r>
          </a:p>
          <a:p>
            <a:r>
              <a:rPr lang="en-US" dirty="0">
                <a:latin typeface="fkGrotesk"/>
              </a:rPr>
              <a:t>  String name;</a:t>
            </a:r>
          </a:p>
          <a:p>
            <a:r>
              <a:rPr lang="en-US" dirty="0">
                <a:latin typeface="fkGrotesk"/>
              </a:rPr>
              <a:t>  int age;</a:t>
            </a:r>
          </a:p>
          <a:p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  // Constructor that sets initial values</a:t>
            </a:r>
          </a:p>
          <a:p>
            <a:r>
              <a:rPr lang="en-US" dirty="0">
                <a:latin typeface="fkGrotesk"/>
              </a:rPr>
              <a:t>  Student(String name, int age) {</a:t>
            </a:r>
          </a:p>
          <a:p>
            <a:r>
              <a:rPr lang="en-US" dirty="0">
                <a:latin typeface="fkGrotesk"/>
              </a:rPr>
              <a:t>    this.name = name;</a:t>
            </a:r>
          </a:p>
          <a:p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this.age</a:t>
            </a:r>
            <a:r>
              <a:rPr lang="en-US" dirty="0">
                <a:latin typeface="fkGrotesk"/>
              </a:rPr>
              <a:t> = age;</a:t>
            </a:r>
          </a:p>
          <a:p>
            <a:r>
              <a:rPr lang="en-US" dirty="0">
                <a:latin typeface="fkGrotesk"/>
              </a:rPr>
              <a:t>  }</a:t>
            </a:r>
          </a:p>
          <a:p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  void display() {</a:t>
            </a:r>
          </a:p>
          <a:p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System.out.println</a:t>
            </a:r>
            <a:r>
              <a:rPr lang="en-US" dirty="0">
                <a:latin typeface="fkGrotesk"/>
              </a:rPr>
              <a:t>("Name: " + name + ", Age: " + age);</a:t>
            </a:r>
          </a:p>
          <a:p>
            <a:r>
              <a:rPr lang="en-US" dirty="0">
                <a:latin typeface="fkGrotesk"/>
              </a:rPr>
              <a:t>  }</a:t>
            </a:r>
          </a:p>
          <a:p>
            <a:r>
              <a:rPr lang="en-US" dirty="0">
                <a:latin typeface="fkGrotesk"/>
              </a:rPr>
              <a:t>}</a:t>
            </a:r>
          </a:p>
          <a:p>
            <a:endParaRPr lang="en-US" b="1" dirty="0"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374900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8938-2B5D-CD36-ABBB-E49F400A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2DA715-BEB9-0F29-D93F-43C2F889675D}"/>
              </a:ext>
            </a:extLst>
          </p:cNvPr>
          <p:cNvSpPr txBox="1"/>
          <p:nvPr/>
        </p:nvSpPr>
        <p:spPr>
          <a:xfrm>
            <a:off x="824948" y="166881"/>
            <a:ext cx="831905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Main {</a:t>
            </a:r>
          </a:p>
          <a:p>
            <a:r>
              <a:rPr lang="en-IN" dirty="0"/>
              <a:t>  public static void main(String[] args) {</a:t>
            </a:r>
          </a:p>
          <a:p>
            <a:r>
              <a:rPr lang="en-IN" dirty="0"/>
              <a:t>    Student s1 = new Student("Alice", 20); // Calls constructor</a:t>
            </a:r>
          </a:p>
          <a:p>
            <a:r>
              <a:rPr lang="en-IN" dirty="0"/>
              <a:t>    s1.display(); // Prints Name and Age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b="1" dirty="0"/>
              <a:t>Output</a:t>
            </a:r>
            <a:r>
              <a:rPr lang="en-IN" dirty="0"/>
              <a:t>:</a:t>
            </a:r>
          </a:p>
          <a:p>
            <a:br>
              <a:rPr lang="en-IN" dirty="0"/>
            </a:br>
            <a:r>
              <a:rPr lang="en-IN" dirty="0"/>
              <a:t>Name: Alice, Age: 20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/>
              <a:t>Why we use constructure in java 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To initialize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constructure automatically set up your object’s initial state (variable/fields) When it is created </a:t>
            </a:r>
          </a:p>
          <a:p>
            <a:r>
              <a:rPr lang="en-IN" dirty="0"/>
              <a:t>EX:- Student S = new Student ("Alice" ,20);</a:t>
            </a:r>
          </a:p>
          <a:p>
            <a:endParaRPr lang="en-IN" dirty="0"/>
          </a:p>
          <a:p>
            <a:r>
              <a:rPr lang="en-IN" dirty="0"/>
              <a:t>Instead of setting values manually :- </a:t>
            </a:r>
          </a:p>
          <a:p>
            <a:endParaRPr lang="en-IN" dirty="0"/>
          </a:p>
          <a:p>
            <a:r>
              <a:rPr lang="en-IN" dirty="0"/>
              <a:t>Students  s = new student ();</a:t>
            </a:r>
          </a:p>
          <a:p>
            <a:r>
              <a:rPr lang="en-IN" dirty="0"/>
              <a:t>	s.name = </a:t>
            </a:r>
            <a:r>
              <a:rPr lang="en-US" dirty="0">
                <a:latin typeface="fkGrotesk"/>
              </a:rPr>
              <a:t>" </a:t>
            </a:r>
            <a:r>
              <a:rPr lang="en-IN" dirty="0"/>
              <a:t>Alice</a:t>
            </a:r>
            <a:r>
              <a:rPr lang="en-US" dirty="0">
                <a:latin typeface="fkGrotesk"/>
              </a:rPr>
              <a:t> "</a:t>
            </a:r>
            <a:r>
              <a:rPr lang="en-IN" dirty="0"/>
              <a:t>;</a:t>
            </a:r>
          </a:p>
          <a:p>
            <a:r>
              <a:rPr lang="en-IN" dirty="0"/>
              <a:t>	</a:t>
            </a:r>
            <a:r>
              <a:rPr lang="en-IN" dirty="0" err="1"/>
              <a:t>s.age</a:t>
            </a:r>
            <a:r>
              <a:rPr lang="en-IN" dirty="0"/>
              <a:t> = 20;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44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5D42-F5ED-E2DD-7E23-09CD7E087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A0D99C-9776-566D-EFEB-F18DC5002DDC}"/>
              </a:ext>
            </a:extLst>
          </p:cNvPr>
          <p:cNvSpPr txBox="1"/>
          <p:nvPr/>
        </p:nvSpPr>
        <p:spPr>
          <a:xfrm>
            <a:off x="815009" y="58846"/>
            <a:ext cx="831905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To ensure mandatory values are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force the programmer to provide specific values when creating an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Public student (String name , int age){</a:t>
            </a:r>
          </a:p>
          <a:p>
            <a:r>
              <a:rPr lang="en-US" dirty="0"/>
              <a:t>	this.name = name;</a:t>
            </a:r>
          </a:p>
          <a:p>
            <a:r>
              <a:rPr lang="en-US" dirty="0"/>
              <a:t>	this.age = age;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b="1" dirty="0"/>
              <a:t>3. To improve code readability and simplicity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Everything needed to create and initialize to object is in one line :-</a:t>
            </a:r>
          </a:p>
          <a:p>
            <a:endParaRPr lang="en-IN" dirty="0"/>
          </a:p>
          <a:p>
            <a:r>
              <a:rPr lang="en-IN" dirty="0"/>
              <a:t>Car Mycar = new  car (</a:t>
            </a:r>
            <a:r>
              <a:rPr lang="en-US" dirty="0">
                <a:latin typeface="fkGrotesk"/>
              </a:rPr>
              <a:t>" </a:t>
            </a:r>
            <a:r>
              <a:rPr lang="en-IN" dirty="0"/>
              <a:t>BMW</a:t>
            </a:r>
            <a:r>
              <a:rPr lang="en-US" dirty="0">
                <a:latin typeface="fkGrotesk"/>
              </a:rPr>
              <a:t> "</a:t>
            </a:r>
            <a:r>
              <a:rPr lang="en-IN" dirty="0"/>
              <a:t>, 2023);</a:t>
            </a:r>
          </a:p>
          <a:p>
            <a:endParaRPr lang="en-IN" dirty="0"/>
          </a:p>
          <a:p>
            <a:r>
              <a:rPr lang="en-IN" b="1" dirty="0"/>
              <a:t>4. To allow multiple ways of creating object (Overloading)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 can create different versions of constructors to give users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Public car (){</a:t>
            </a:r>
          </a:p>
          <a:p>
            <a:r>
              <a:rPr lang="en-IN" dirty="0"/>
              <a:t>	model = </a:t>
            </a:r>
            <a:r>
              <a:rPr lang="en-US" dirty="0">
                <a:latin typeface="fkGrotesk"/>
              </a:rPr>
              <a:t>" </a:t>
            </a:r>
            <a:r>
              <a:rPr lang="en-IN" dirty="0"/>
              <a:t>Default</a:t>
            </a:r>
            <a:r>
              <a:rPr lang="en-US" dirty="0">
                <a:latin typeface="fkGrotesk"/>
              </a:rPr>
              <a:t> "</a:t>
            </a:r>
            <a:r>
              <a:rPr lang="en-IN" dirty="0"/>
              <a:t>;       Default Constructor </a:t>
            </a:r>
          </a:p>
          <a:p>
            <a:r>
              <a:rPr lang="en-IN" dirty="0"/>
              <a:t>	year = 2000, 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Public car (string m , int y){</a:t>
            </a:r>
          </a:p>
          <a:p>
            <a:r>
              <a:rPr lang="en-IN" dirty="0"/>
              <a:t>Model = m</a:t>
            </a:r>
            <a:r>
              <a:rPr lang="en-US" dirty="0">
                <a:latin typeface="fkGrotesk"/>
              </a:rPr>
              <a:t> ;                                            Parameters constructor and it has 2 parameters </a:t>
            </a:r>
          </a:p>
          <a:p>
            <a:r>
              <a:rPr lang="en-US" dirty="0">
                <a:latin typeface="fkGrotesk"/>
              </a:rPr>
              <a:t>Year = y;  }</a:t>
            </a:r>
            <a:endParaRPr lang="en-IN" dirty="0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6D05F17A-66D7-D168-0430-BC09EB646604}"/>
              </a:ext>
            </a:extLst>
          </p:cNvPr>
          <p:cNvSpPr/>
          <p:nvPr/>
        </p:nvSpPr>
        <p:spPr>
          <a:xfrm>
            <a:off x="3409122" y="4701209"/>
            <a:ext cx="268356" cy="914400"/>
          </a:xfrm>
          <a:prstGeom prst="righ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CA8F0631-8202-F3E3-D6B6-CF7507A54891}"/>
              </a:ext>
            </a:extLst>
          </p:cNvPr>
          <p:cNvSpPr/>
          <p:nvPr/>
        </p:nvSpPr>
        <p:spPr>
          <a:xfrm>
            <a:off x="3829879" y="5797826"/>
            <a:ext cx="268356" cy="914400"/>
          </a:xfrm>
          <a:prstGeom prst="righ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63A8-A8C8-53DE-C328-E89D55A9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03423-E969-F375-336C-C1B6B8A436E3}"/>
              </a:ext>
            </a:extLst>
          </p:cNvPr>
          <p:cNvSpPr txBox="1"/>
          <p:nvPr/>
        </p:nvSpPr>
        <p:spPr>
          <a:xfrm>
            <a:off x="815009" y="58846"/>
            <a:ext cx="89551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Types of constructor :-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Private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Default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Parametrized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Copy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IN" b="1" dirty="0"/>
              <a:t>2.2 Constructor overloading and method overloading </a:t>
            </a:r>
          </a:p>
          <a:p>
            <a:endParaRPr lang="en-IN" dirty="0"/>
          </a:p>
          <a:p>
            <a:r>
              <a:rPr lang="en-IN" b="1" dirty="0"/>
              <a:t>1] Constructor overloading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Constructor overloading in java means having more than one constructor in a class with different parameter lists. It allows you to create objects in different ways depending on the provided arguments</a:t>
            </a:r>
          </a:p>
          <a:p>
            <a:endParaRPr lang="en-US" dirty="0"/>
          </a:p>
          <a:p>
            <a:r>
              <a:rPr lang="en-US" dirty="0"/>
              <a:t>Public class student{</a:t>
            </a:r>
          </a:p>
          <a:p>
            <a:r>
              <a:rPr lang="en-US" dirty="0"/>
              <a:t>	String name </a:t>
            </a:r>
          </a:p>
          <a:p>
            <a:r>
              <a:rPr lang="en-US" dirty="0"/>
              <a:t>	int age</a:t>
            </a:r>
          </a:p>
          <a:p>
            <a:endParaRPr lang="en-US" dirty="0"/>
          </a:p>
          <a:p>
            <a:r>
              <a:rPr lang="en-US" dirty="0"/>
              <a:t>Public student (){</a:t>
            </a:r>
          </a:p>
          <a:p>
            <a:r>
              <a:rPr lang="en-US" dirty="0"/>
              <a:t>	name = unknown ;</a:t>
            </a:r>
          </a:p>
          <a:p>
            <a:r>
              <a:rPr lang="en-US" dirty="0"/>
              <a:t>	age =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4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E1D2-0B0B-950D-69AE-5A236E4EC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A1696-DF24-1A02-60F3-2A1428317F7B}"/>
              </a:ext>
            </a:extLst>
          </p:cNvPr>
          <p:cNvSpPr txBox="1"/>
          <p:nvPr/>
        </p:nvSpPr>
        <p:spPr>
          <a:xfrm>
            <a:off x="775253" y="307324"/>
            <a:ext cx="895515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student (string name , int age){</a:t>
            </a:r>
          </a:p>
          <a:p>
            <a:r>
              <a:rPr lang="en-US" dirty="0"/>
              <a:t>	this.name = name;</a:t>
            </a:r>
          </a:p>
          <a:p>
            <a:r>
              <a:rPr lang="en-US" dirty="0"/>
              <a:t>	this.age = age;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void display (){</a:t>
            </a:r>
          </a:p>
          <a:p>
            <a:r>
              <a:rPr lang="en-US" dirty="0"/>
              <a:t>	System.out.println (name + "_" +age);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rock{</a:t>
            </a:r>
          </a:p>
          <a:p>
            <a:r>
              <a:rPr lang="en-US" dirty="0"/>
              <a:t>	public static void main(string [] args);</a:t>
            </a:r>
          </a:p>
          <a:p>
            <a:r>
              <a:rPr lang="en-US" dirty="0"/>
              <a:t>		student s1 = new student ();</a:t>
            </a:r>
          </a:p>
          <a:p>
            <a:r>
              <a:rPr lang="en-US" dirty="0"/>
              <a:t>		student s2 = new student ();</a:t>
            </a:r>
          </a:p>
          <a:p>
            <a:r>
              <a:rPr lang="en-US" dirty="0"/>
              <a:t>		student s3 = new student ();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	s1.display();</a:t>
            </a:r>
          </a:p>
          <a:p>
            <a:r>
              <a:rPr lang="en-US" dirty="0"/>
              <a:t>		s2.display();</a:t>
            </a:r>
          </a:p>
          <a:p>
            <a:r>
              <a:rPr lang="en-US" dirty="0"/>
              <a:t>		s3.display();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996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FC37-12E5-A214-99B7-2ECC3CC9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0615F-F30B-418B-2180-B22B4862BA77}"/>
              </a:ext>
            </a:extLst>
          </p:cNvPr>
          <p:cNvSpPr txBox="1"/>
          <p:nvPr/>
        </p:nvSpPr>
        <p:spPr>
          <a:xfrm>
            <a:off x="735497" y="138359"/>
            <a:ext cx="934278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2] Method overloading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  overloading in java means defining multiple methods in the same class </a:t>
            </a:r>
          </a:p>
          <a:p>
            <a:r>
              <a:rPr lang="en-US" dirty="0"/>
              <a:t>with the same name but parameters lists (different number ,type or order of parameters)</a:t>
            </a:r>
          </a:p>
          <a:p>
            <a:endParaRPr lang="en-US" dirty="0"/>
          </a:p>
          <a:p>
            <a:r>
              <a:rPr lang="en-US" dirty="0"/>
              <a:t>Public  class calculator{</a:t>
            </a:r>
          </a:p>
          <a:p>
            <a:endParaRPr lang="en-US" dirty="0"/>
          </a:p>
          <a:p>
            <a:r>
              <a:rPr lang="en-US" dirty="0"/>
              <a:t>Public int add (int a , int b){  // Method with int parameters </a:t>
            </a:r>
          </a:p>
          <a:p>
            <a:r>
              <a:rPr lang="en-US" dirty="0"/>
              <a:t>	return a+b; </a:t>
            </a:r>
          </a:p>
          <a:p>
            <a:endParaRPr lang="en-US" dirty="0"/>
          </a:p>
          <a:p>
            <a:r>
              <a:rPr lang="en-US" dirty="0"/>
              <a:t>Public int add (int a , int b , int c){  // Method with 3 int parameters</a:t>
            </a:r>
          </a:p>
          <a:p>
            <a:r>
              <a:rPr lang="en-US" dirty="0"/>
              <a:t>	return a+b+c;</a:t>
            </a:r>
          </a:p>
          <a:p>
            <a:endParaRPr lang="en-US" dirty="0"/>
          </a:p>
          <a:p>
            <a:r>
              <a:rPr lang="en-US" dirty="0"/>
              <a:t>Public double add (double a , double b){  // Method with 2 double parameters </a:t>
            </a:r>
          </a:p>
          <a:p>
            <a:r>
              <a:rPr lang="en-US" dirty="0"/>
              <a:t>	return a+b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double add (int a , double b){ // Methos with 1int and 1 double (Different order)</a:t>
            </a:r>
          </a:p>
          <a:p>
            <a:r>
              <a:rPr lang="en-US" dirty="0"/>
              <a:t>	return a+b 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05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D0E0-79FB-B4F2-4A6B-A721B5D1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3AEAB-8398-3F58-A477-391F56F0B973}"/>
              </a:ext>
            </a:extLst>
          </p:cNvPr>
          <p:cNvSpPr txBox="1"/>
          <p:nvPr/>
        </p:nvSpPr>
        <p:spPr>
          <a:xfrm>
            <a:off x="864705" y="78724"/>
            <a:ext cx="873649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rock{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calculate calc = new calculate();             Object</a:t>
            </a:r>
          </a:p>
          <a:p>
            <a:endParaRPr lang="en-US" dirty="0"/>
          </a:p>
          <a:p>
            <a:r>
              <a:rPr lang="en-US" dirty="0"/>
              <a:t>System.out.println(calc.add (2,3));</a:t>
            </a:r>
          </a:p>
          <a:p>
            <a:r>
              <a:rPr lang="en-US" dirty="0"/>
              <a:t>System.out.println(calc.add (2,3,4));</a:t>
            </a:r>
          </a:p>
          <a:p>
            <a:r>
              <a:rPr lang="en-US" dirty="0"/>
              <a:t>System.out.println(calc.add (2.5,3.5));</a:t>
            </a:r>
          </a:p>
          <a:p>
            <a:r>
              <a:rPr lang="en-US" dirty="0"/>
              <a:t>System.out.println(calc.add (2,3.5));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3] Over riding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 overriding is when a subclass provides a specific implementation of a method that is already in its superclass </a:t>
            </a:r>
          </a:p>
          <a:p>
            <a:endParaRPr lang="en-US" dirty="0"/>
          </a:p>
          <a:p>
            <a:r>
              <a:rPr lang="en-US" dirty="0"/>
              <a:t>Class Animal{</a:t>
            </a:r>
          </a:p>
          <a:p>
            <a:r>
              <a:rPr lang="en-US" dirty="0"/>
              <a:t>Void make sound(){</a:t>
            </a:r>
          </a:p>
          <a:p>
            <a:r>
              <a:rPr lang="en-US" dirty="0"/>
              <a:t>System.out.println(“Animal make a sound “);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dog extends Animal(</a:t>
            </a:r>
          </a:p>
          <a:p>
            <a:r>
              <a:rPr lang="en-US" dirty="0"/>
              <a:t>Void makesound (){</a:t>
            </a:r>
          </a:p>
          <a:p>
            <a:r>
              <a:rPr lang="en-US" dirty="0"/>
              <a:t>System.out.println (“Dog brakes”);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6DFC874-B5F3-6963-3FF5-D7F2C22314AE}"/>
              </a:ext>
            </a:extLst>
          </p:cNvPr>
          <p:cNvCxnSpPr/>
          <p:nvPr/>
        </p:nvCxnSpPr>
        <p:spPr>
          <a:xfrm>
            <a:off x="5426765" y="844825"/>
            <a:ext cx="5267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2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36B6-D356-4178-F48C-4F15DAC6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AB410-D6D2-A82C-94AE-21A7E795C030}"/>
              </a:ext>
            </a:extLst>
          </p:cNvPr>
          <p:cNvSpPr txBox="1"/>
          <p:nvPr/>
        </p:nvSpPr>
        <p:spPr>
          <a:xfrm>
            <a:off x="864705" y="78724"/>
            <a:ext cx="873649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dog extends Animal{</a:t>
            </a:r>
          </a:p>
          <a:p>
            <a:r>
              <a:rPr lang="en-US" dirty="0"/>
              <a:t>Void makesound (){</a:t>
            </a:r>
          </a:p>
          <a:p>
            <a:r>
              <a:rPr lang="en-US" dirty="0"/>
              <a:t>System.out.println(“dog brakes”);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rock{</a:t>
            </a:r>
          </a:p>
          <a:p>
            <a:r>
              <a:rPr lang="en-US" dirty="0"/>
              <a:t>	public static void main (String args[]){</a:t>
            </a:r>
          </a:p>
          <a:p>
            <a:r>
              <a:rPr lang="en-US" dirty="0"/>
              <a:t>		Animal A = new Animal ();</a:t>
            </a:r>
          </a:p>
          <a:p>
            <a:r>
              <a:rPr lang="en-US" dirty="0"/>
              <a:t>		dog d = new dog();</a:t>
            </a:r>
          </a:p>
          <a:p>
            <a:endParaRPr lang="en-US" dirty="0"/>
          </a:p>
          <a:p>
            <a:r>
              <a:rPr lang="en-US" dirty="0"/>
              <a:t>			A.makesound();</a:t>
            </a:r>
          </a:p>
          <a:p>
            <a:r>
              <a:rPr lang="en-US" dirty="0"/>
              <a:t>			d.makesound();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11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5E76-F01D-40C0-3FF9-4D8AE58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3B9E15-B343-C7A7-F567-CE1FE834801D}"/>
              </a:ext>
            </a:extLst>
          </p:cNvPr>
          <p:cNvSpPr txBox="1"/>
          <p:nvPr/>
        </p:nvSpPr>
        <p:spPr>
          <a:xfrm>
            <a:off x="944217" y="114805"/>
            <a:ext cx="859734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2.3 This Keyword , Variables length argument , garbage collection , finalize () </a:t>
            </a:r>
          </a:p>
          <a:p>
            <a:r>
              <a:rPr lang="en-US" b="1" dirty="0"/>
              <a:t>method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1] This keyword.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This keyword in java is used in object – oriented programming to refers to the current object – the object whose method or constructor is being invoked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1] to refers to current class instance variables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local variables (like parameters in a constructor) shadow instance variables , this helps avoid confusion </a:t>
            </a:r>
          </a:p>
          <a:p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	string name; // Instance variable</a:t>
            </a:r>
          </a:p>
          <a:p>
            <a:endParaRPr lang="en-US" dirty="0"/>
          </a:p>
          <a:p>
            <a:r>
              <a:rPr lang="en-US" dirty="0"/>
              <a:t>Student (string name){</a:t>
            </a:r>
          </a:p>
          <a:p>
            <a:r>
              <a:rPr lang="en-US" dirty="0"/>
              <a:t>	this.name = name; // this.name refers to instance variable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main(string [] args){</a:t>
            </a:r>
          </a:p>
        </p:txBody>
      </p:sp>
    </p:spTree>
    <p:extLst>
      <p:ext uri="{BB962C8B-B14F-4D97-AF65-F5344CB8AC3E}">
        <p14:creationId xmlns:p14="http://schemas.microsoft.com/office/powerpoint/2010/main" val="295822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9470A-61A8-A205-41D3-43A75DDA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47B0F-4B32-0ED8-DFEC-21A26A1DE112}"/>
              </a:ext>
            </a:extLst>
          </p:cNvPr>
          <p:cNvSpPr txBox="1"/>
          <p:nvPr/>
        </p:nvSpPr>
        <p:spPr>
          <a:xfrm>
            <a:off x="755374" y="148297"/>
            <a:ext cx="83488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	Student S = new student (“Rohit”);</a:t>
            </a:r>
          </a:p>
          <a:p>
            <a:r>
              <a:rPr lang="en-US" dirty="0"/>
              <a:t>			system.out.println(s.name)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2] To call another constructor in the same class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Used for constructor chaining.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Class student{</a:t>
            </a:r>
          </a:p>
          <a:p>
            <a:r>
              <a:rPr lang="en-US" dirty="0"/>
              <a:t>	string name;</a:t>
            </a:r>
          </a:p>
          <a:p>
            <a:r>
              <a:rPr lang="en-US" dirty="0"/>
              <a:t>	int age ;</a:t>
            </a:r>
          </a:p>
          <a:p>
            <a:r>
              <a:rPr lang="en-US" b="1" dirty="0"/>
              <a:t>// No – argument constructor</a:t>
            </a:r>
          </a:p>
          <a:p>
            <a:r>
              <a:rPr lang="en-US" dirty="0"/>
              <a:t>Student (){</a:t>
            </a:r>
          </a:p>
          <a:p>
            <a:r>
              <a:rPr lang="en-US" dirty="0"/>
              <a:t>	this (" unknown " , 0) // calls another constructor in same class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Student string , int age){ // constructor with 2 parameters </a:t>
            </a:r>
          </a:p>
          <a:p>
            <a:r>
              <a:rPr lang="en-US" dirty="0"/>
              <a:t>	this.name = name;</a:t>
            </a:r>
          </a:p>
          <a:p>
            <a:r>
              <a:rPr lang="en-US" dirty="0"/>
              <a:t>	this.age = age;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83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2D5C-4B05-2DE8-B0E5-3923BC6D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E9DBF-095F-5A48-7F4B-23C7B04EC149}"/>
              </a:ext>
            </a:extLst>
          </p:cNvPr>
          <p:cNvSpPr txBox="1"/>
          <p:nvPr/>
        </p:nvSpPr>
        <p:spPr>
          <a:xfrm>
            <a:off x="824949" y="58846"/>
            <a:ext cx="90744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 (string [] args){</a:t>
            </a:r>
          </a:p>
          <a:p>
            <a:r>
              <a:rPr lang="en-US" dirty="0"/>
              <a:t>		student s1 = new student (); </a:t>
            </a:r>
            <a:r>
              <a:rPr lang="en-US" b="1" dirty="0"/>
              <a:t>// use default constructor</a:t>
            </a:r>
          </a:p>
          <a:p>
            <a:r>
              <a:rPr lang="en-US" dirty="0"/>
              <a:t>		student s2 = new student (“Rohit”, 19); </a:t>
            </a:r>
            <a:r>
              <a:rPr lang="en-US" b="1" dirty="0"/>
              <a:t>// user parameterized constructor</a:t>
            </a:r>
          </a:p>
          <a:p>
            <a:r>
              <a:rPr lang="en-US" dirty="0"/>
              <a:t>	system.out.println(s1.name + “      “ + s1.age);</a:t>
            </a:r>
          </a:p>
          <a:p>
            <a:r>
              <a:rPr lang="en-US" dirty="0"/>
              <a:t>	system.out.println(s2.name + “      “ + s2.age);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66935-ACAE-6706-401F-70726AE30A49}"/>
              </a:ext>
            </a:extLst>
          </p:cNvPr>
          <p:cNvSpPr txBox="1"/>
          <p:nvPr/>
        </p:nvSpPr>
        <p:spPr>
          <a:xfrm>
            <a:off x="824949" y="2474053"/>
            <a:ext cx="83488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3] To pass current object as a parameter </a:t>
            </a:r>
          </a:p>
          <a:p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	void display (Student s){</a:t>
            </a:r>
          </a:p>
          <a:p>
            <a:r>
              <a:rPr lang="en-US" dirty="0"/>
              <a:t>		System.out.println("this is : " + s);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	void show(){</a:t>
            </a:r>
          </a:p>
          <a:p>
            <a:r>
              <a:rPr lang="en-US" dirty="0"/>
              <a:t>		display(this); // passing current object as  argument</a:t>
            </a:r>
          </a:p>
          <a:p>
            <a:endParaRPr lang="en-US" dirty="0"/>
          </a:p>
          <a:p>
            <a:r>
              <a:rPr lang="en-US" dirty="0"/>
              <a:t>	public class main{</a:t>
            </a:r>
          </a:p>
          <a:p>
            <a:r>
              <a:rPr lang="en-US" dirty="0"/>
              <a:t>		public static void main(string [] args){</a:t>
            </a:r>
          </a:p>
          <a:p>
            <a:r>
              <a:rPr lang="en-US" dirty="0"/>
              <a:t>			student s = new student ();</a:t>
            </a:r>
          </a:p>
          <a:p>
            <a:r>
              <a:rPr lang="en-US" dirty="0"/>
              <a:t>			s.show 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714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FDECE-877B-B87C-F165-11063028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4EFBE-199A-3010-AB85-9B4E5F383000}"/>
              </a:ext>
            </a:extLst>
          </p:cNvPr>
          <p:cNvSpPr txBox="1"/>
          <p:nvPr/>
        </p:nvSpPr>
        <p:spPr>
          <a:xfrm>
            <a:off x="904462" y="138358"/>
            <a:ext cx="83488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4] To return current class object </a:t>
            </a:r>
          </a:p>
          <a:p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	student getstudent (){</a:t>
            </a:r>
          </a:p>
          <a:p>
            <a:r>
              <a:rPr lang="en-US" dirty="0"/>
              <a:t>		return this;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student s1 = new student (); // create a new student object </a:t>
            </a:r>
          </a:p>
          <a:p>
            <a:r>
              <a:rPr lang="en-US" dirty="0"/>
              <a:t>		student s2 = s1.setstudent (); // s1 is calling getstudent (), which                                 											returns s1 itself </a:t>
            </a:r>
          </a:p>
          <a:p>
            <a:r>
              <a:rPr lang="en-US" dirty="0"/>
              <a:t>	System.out.print(s1);</a:t>
            </a:r>
          </a:p>
          <a:p>
            <a:r>
              <a:rPr lang="en-US" dirty="0"/>
              <a:t>	System.out.print(s2);</a:t>
            </a:r>
          </a:p>
          <a:p>
            <a:endParaRPr lang="en-US" dirty="0"/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pPr algn="ctr"/>
            <a:r>
              <a:rPr lang="en-US" dirty="0"/>
              <a:t> or</a:t>
            </a:r>
          </a:p>
          <a:p>
            <a:r>
              <a:rPr lang="en-US" dirty="0"/>
              <a:t>Student .setName("Rohit").</a:t>
            </a:r>
            <a:r>
              <a:rPr lang="en-US" dirty="0" err="1"/>
              <a:t>setage</a:t>
            </a:r>
            <a:r>
              <a:rPr lang="en-US" dirty="0"/>
              <a:t> (19).display();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= "Myself" (the object calling the method)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getstudent () = "give me back myself"</a:t>
            </a:r>
          </a:p>
        </p:txBody>
      </p:sp>
    </p:spTree>
    <p:extLst>
      <p:ext uri="{BB962C8B-B14F-4D97-AF65-F5344CB8AC3E}">
        <p14:creationId xmlns:p14="http://schemas.microsoft.com/office/powerpoint/2010/main" val="43902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0122-86E4-EC3B-78C5-4229B43C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E1AFD-942D-1AFF-EACB-6F15B1EA271C}"/>
              </a:ext>
            </a:extLst>
          </p:cNvPr>
          <p:cNvSpPr txBox="1"/>
          <p:nvPr/>
        </p:nvSpPr>
        <p:spPr>
          <a:xfrm>
            <a:off x="904462" y="138358"/>
            <a:ext cx="83488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5] Used with setters to avoid confusion </a:t>
            </a:r>
          </a:p>
          <a:p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	String name;</a:t>
            </a:r>
          </a:p>
          <a:p>
            <a:endParaRPr lang="en-US" dirty="0"/>
          </a:p>
          <a:p>
            <a:r>
              <a:rPr lang="en-US" dirty="0"/>
              <a:t>Public void setName (String name){</a:t>
            </a:r>
          </a:p>
          <a:p>
            <a:r>
              <a:rPr lang="en-US" dirty="0"/>
              <a:t>	this.name = name; // distinguishes between local and instance variable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student s = new Student ();</a:t>
            </a:r>
          </a:p>
          <a:p>
            <a:r>
              <a:rPr lang="en-US" dirty="0"/>
              <a:t>		s. setName (“Rohit”); 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System.out.println (s.name);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13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0411-207F-1DEB-0721-FEA9B842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CCC60-8EBA-61ED-FD6E-F09C5C680544}"/>
              </a:ext>
            </a:extLst>
          </p:cNvPr>
          <p:cNvSpPr txBox="1"/>
          <p:nvPr/>
        </p:nvSpPr>
        <p:spPr>
          <a:xfrm>
            <a:off x="904462" y="138358"/>
            <a:ext cx="83488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2] Variable length argument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variables allow you to pass any number of arguments to a method Instead of writing multiple method overloading for different number of arguments, you use … (Three dots)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Syntax </a:t>
            </a:r>
          </a:p>
          <a:p>
            <a:r>
              <a:rPr lang="en-US" dirty="0"/>
              <a:t> returnType methodname (Type… Variablename){</a:t>
            </a:r>
          </a:p>
          <a:p>
            <a:r>
              <a:rPr lang="en-US" dirty="0"/>
              <a:t>// use variablename like an array </a:t>
            </a:r>
          </a:p>
          <a:p>
            <a:endParaRPr lang="en-US" dirty="0"/>
          </a:p>
          <a:p>
            <a:r>
              <a:rPr lang="en-US" dirty="0"/>
              <a:t>Example :- </a:t>
            </a:r>
          </a:p>
          <a:p>
            <a:endParaRPr lang="en-US" dirty="0"/>
          </a:p>
          <a:p>
            <a:r>
              <a:rPr lang="en-US" dirty="0"/>
              <a:t>Class test {</a:t>
            </a:r>
          </a:p>
          <a:p>
            <a:r>
              <a:rPr lang="en-US" dirty="0"/>
              <a:t>	void showNumber(int…numbers){</a:t>
            </a:r>
          </a:p>
          <a:p>
            <a:r>
              <a:rPr lang="en-US" dirty="0"/>
              <a:t>		for (int n : numbers){</a:t>
            </a:r>
          </a:p>
          <a:p>
            <a:r>
              <a:rPr lang="en-US" dirty="0"/>
              <a:t>			System.out.println(n);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 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test t = new test();</a:t>
            </a:r>
          </a:p>
        </p:txBody>
      </p:sp>
    </p:spTree>
    <p:extLst>
      <p:ext uri="{BB962C8B-B14F-4D97-AF65-F5344CB8AC3E}">
        <p14:creationId xmlns:p14="http://schemas.microsoft.com/office/powerpoint/2010/main" val="304157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D01F-D9D5-BB9E-01CD-2020733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544D0-F307-AF5C-C1F9-D4F386421311}"/>
              </a:ext>
            </a:extLst>
          </p:cNvPr>
          <p:cNvSpPr txBox="1"/>
          <p:nvPr/>
        </p:nvSpPr>
        <p:spPr>
          <a:xfrm>
            <a:off x="904462" y="138358"/>
            <a:ext cx="834887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dirty="0" err="1"/>
              <a:t>t.showNumber</a:t>
            </a:r>
            <a:r>
              <a:rPr lang="en-US" dirty="0"/>
              <a:t>(10);</a:t>
            </a:r>
          </a:p>
          <a:p>
            <a:r>
              <a:rPr lang="en-US" dirty="0"/>
              <a:t>	t.showNumber(1,2,3);</a:t>
            </a:r>
          </a:p>
          <a:p>
            <a:r>
              <a:rPr lang="en-US" dirty="0"/>
              <a:t>	t.showNumber();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3] Garbage collection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Garbage collection (GC) in java is the process by which the java virtual machine (JVM) automatically remove unused object from memory to free up space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 automatically delete object that your program no longer needs . You don’t have to delete then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	string name;</a:t>
            </a:r>
          </a:p>
          <a:p>
            <a:endParaRPr lang="en-US" dirty="0"/>
          </a:p>
          <a:p>
            <a:r>
              <a:rPr lang="en-US" dirty="0"/>
              <a:t>//Constructor</a:t>
            </a:r>
          </a:p>
          <a:p>
            <a:r>
              <a:rPr lang="en-US" dirty="0"/>
              <a:t>Student (String name){</a:t>
            </a:r>
          </a:p>
          <a:p>
            <a:r>
              <a:rPr lang="en-US" dirty="0"/>
              <a:t>	this.name = name;</a:t>
            </a:r>
          </a:p>
          <a:p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867311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FB34-E39A-BE83-A229-294DFF93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492608-EBF3-9D8D-B6EE-68E1349F8A7D}"/>
              </a:ext>
            </a:extLst>
          </p:cNvPr>
          <p:cNvSpPr txBox="1"/>
          <p:nvPr/>
        </p:nvSpPr>
        <p:spPr>
          <a:xfrm>
            <a:off x="924340" y="58846"/>
            <a:ext cx="83488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Finalized () is called by GC before destroying the object (not recommended for new java versions)</a:t>
            </a:r>
          </a:p>
          <a:p>
            <a:endParaRPr lang="en-US" dirty="0"/>
          </a:p>
          <a:p>
            <a:r>
              <a:rPr lang="en-US" dirty="0"/>
              <a:t>@overriding</a:t>
            </a:r>
          </a:p>
          <a:p>
            <a:r>
              <a:rPr lang="en-US" dirty="0"/>
              <a:t>Protected void Finalized(){</a:t>
            </a:r>
          </a:p>
          <a:p>
            <a:r>
              <a:rPr lang="en-US" dirty="0"/>
              <a:t>	System.out.println(“Garbage collect for student :”+ name);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Student s1 = new students (“Rohit”);</a:t>
            </a:r>
          </a:p>
          <a:p>
            <a:r>
              <a:rPr lang="en-US" dirty="0"/>
              <a:t>		Student s2 = new student (“Om”);</a:t>
            </a:r>
          </a:p>
          <a:p>
            <a:r>
              <a:rPr lang="en-US" dirty="0"/>
              <a:t>// remove reference to objects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s1 = null;</a:t>
            </a:r>
          </a:p>
          <a:p>
            <a:r>
              <a:rPr lang="en-US" dirty="0"/>
              <a:t>	s2 = null;</a:t>
            </a:r>
          </a:p>
          <a:p>
            <a:endParaRPr lang="en-US" dirty="0"/>
          </a:p>
          <a:p>
            <a:r>
              <a:rPr lang="en-US" dirty="0"/>
              <a:t>// suggest garbage collection (not guaranteed)</a:t>
            </a:r>
          </a:p>
          <a:p>
            <a:r>
              <a:rPr lang="en-US" dirty="0"/>
              <a:t>	System.gc();</a:t>
            </a:r>
          </a:p>
          <a:p>
            <a:endParaRPr lang="en-US" dirty="0"/>
          </a:p>
          <a:p>
            <a:r>
              <a:rPr lang="en-US" dirty="0"/>
              <a:t>System.out.println (“End of main method”);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719194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9A00-C3C8-FE62-5C56-069A1187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39E0D-BA98-54F6-8694-87D832C37C62}"/>
              </a:ext>
            </a:extLst>
          </p:cNvPr>
          <p:cNvSpPr txBox="1"/>
          <p:nvPr/>
        </p:nvSpPr>
        <p:spPr>
          <a:xfrm>
            <a:off x="924340" y="58846"/>
            <a:ext cx="83488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4] Finalized () method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Finalized  is a method in java that belong to the object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called by the garbage collection (GC) just before an object is removed from memory </a:t>
            </a:r>
          </a:p>
          <a:p>
            <a:endParaRPr lang="en-US" dirty="0"/>
          </a:p>
          <a:p>
            <a:r>
              <a:rPr lang="en-US" dirty="0"/>
              <a:t>Class Student{</a:t>
            </a:r>
          </a:p>
          <a:p>
            <a:r>
              <a:rPr lang="en-US" dirty="0"/>
              <a:t>	string name;</a:t>
            </a:r>
          </a:p>
          <a:p>
            <a:endParaRPr lang="en-US" dirty="0"/>
          </a:p>
          <a:p>
            <a:r>
              <a:rPr lang="en-US" dirty="0"/>
              <a:t>Student (String name){</a:t>
            </a:r>
          </a:p>
          <a:p>
            <a:r>
              <a:rPr lang="en-US" dirty="0"/>
              <a:t>	this.name;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@override</a:t>
            </a:r>
          </a:p>
          <a:p>
            <a:r>
              <a:rPr lang="en-US" dirty="0"/>
              <a:t>Protected void finalized (){</a:t>
            </a:r>
          </a:p>
          <a:p>
            <a:r>
              <a:rPr lang="en-US" dirty="0"/>
              <a:t>	System.out.println(“Finalized called from; “+ name);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main{</a:t>
            </a:r>
          </a:p>
          <a:p>
            <a:r>
              <a:rPr lang="en-US" dirty="0"/>
              <a:t>	public static void main (String [] args){</a:t>
            </a:r>
          </a:p>
          <a:p>
            <a:r>
              <a:rPr lang="en-US" dirty="0"/>
              <a:t>		Student s1 = new student (“Rohit”);</a:t>
            </a:r>
          </a:p>
          <a:p>
            <a:endParaRPr lang="en-US" dirty="0"/>
          </a:p>
          <a:p>
            <a:r>
              <a:rPr lang="en-US" dirty="0"/>
              <a:t>S1 = null // object becomes unreachable</a:t>
            </a:r>
          </a:p>
        </p:txBody>
      </p:sp>
    </p:spTree>
    <p:extLst>
      <p:ext uri="{BB962C8B-B14F-4D97-AF65-F5344CB8AC3E}">
        <p14:creationId xmlns:p14="http://schemas.microsoft.com/office/powerpoint/2010/main" val="976435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F792-6ACC-C1E1-58EF-B1674538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E42CFC-3D4C-2B6E-B113-6FA3733FADE1}"/>
              </a:ext>
            </a:extLst>
          </p:cNvPr>
          <p:cNvSpPr txBox="1"/>
          <p:nvPr/>
        </p:nvSpPr>
        <p:spPr>
          <a:xfrm>
            <a:off x="924340" y="128419"/>
            <a:ext cx="83488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System.gc(); // suggest garbage collection</a:t>
            </a:r>
          </a:p>
          <a:p>
            <a:endParaRPr lang="en-US" dirty="0"/>
          </a:p>
          <a:p>
            <a:r>
              <a:rPr lang="en-US" dirty="0"/>
              <a:t>System.out.println (“End of main method”);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2.4 ] Visibility controls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java , visibility control refers to how access to classes , method , variables, and constructors is controlled using access modifiers . It determines what part of your code can be accessed from other part of your program or  from outside package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8D1624-209D-D57B-39B2-B188E3BA6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534710"/>
              </p:ext>
            </p:extLst>
          </p:nvPr>
        </p:nvGraphicFramePr>
        <p:xfrm>
          <a:off x="1262269" y="3900187"/>
          <a:ext cx="8010941" cy="18457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34983">
                  <a:extLst>
                    <a:ext uri="{9D8B030D-6E8A-4147-A177-3AD203B41FA5}">
                      <a16:colId xmlns:a16="http://schemas.microsoft.com/office/drawing/2014/main" val="1943097903"/>
                    </a:ext>
                  </a:extLst>
                </a:gridCol>
                <a:gridCol w="1449806">
                  <a:extLst>
                    <a:ext uri="{9D8B030D-6E8A-4147-A177-3AD203B41FA5}">
                      <a16:colId xmlns:a16="http://schemas.microsoft.com/office/drawing/2014/main" val="527221305"/>
                    </a:ext>
                  </a:extLst>
                </a:gridCol>
                <a:gridCol w="1449806">
                  <a:extLst>
                    <a:ext uri="{9D8B030D-6E8A-4147-A177-3AD203B41FA5}">
                      <a16:colId xmlns:a16="http://schemas.microsoft.com/office/drawing/2014/main" val="381464350"/>
                    </a:ext>
                  </a:extLst>
                </a:gridCol>
                <a:gridCol w="1371439">
                  <a:extLst>
                    <a:ext uri="{9D8B030D-6E8A-4147-A177-3AD203B41FA5}">
                      <a16:colId xmlns:a16="http://schemas.microsoft.com/office/drawing/2014/main" val="944120515"/>
                    </a:ext>
                  </a:extLst>
                </a:gridCol>
                <a:gridCol w="1204907">
                  <a:extLst>
                    <a:ext uri="{9D8B030D-6E8A-4147-A177-3AD203B41FA5}">
                      <a16:colId xmlns:a16="http://schemas.microsoft.com/office/drawing/2014/main" val="97976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Modifier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Class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Package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Subclass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World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773964"/>
                  </a:ext>
                </a:extLst>
              </a:tr>
              <a:tr h="350668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760348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86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No modifier(default)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06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05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407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1CDA-199B-3CF4-8854-9C3DDB1B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D994CE-F6C4-BC8F-47EB-9458DC5DD025}"/>
              </a:ext>
            </a:extLst>
          </p:cNvPr>
          <p:cNvSpPr txBox="1"/>
          <p:nvPr/>
        </p:nvSpPr>
        <p:spPr>
          <a:xfrm>
            <a:off x="924340" y="128419"/>
            <a:ext cx="83488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Public</a:t>
            </a:r>
            <a:r>
              <a:rPr lang="en-US" dirty="0"/>
              <a:t> :</a:t>
            </a:r>
          </a:p>
          <a:p>
            <a:r>
              <a:rPr lang="en-US" dirty="0"/>
              <a:t>Accessible from anywhere  (any class, any package)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Protected</a:t>
            </a:r>
            <a:r>
              <a:rPr lang="en-US" dirty="0"/>
              <a:t> </a:t>
            </a:r>
          </a:p>
          <a:p>
            <a:r>
              <a:rPr lang="en-US" dirty="0"/>
              <a:t>Accessible within the same package and by subclass (even they are in different package)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(default) (no keyword)</a:t>
            </a:r>
          </a:p>
          <a:p>
            <a:r>
              <a:rPr lang="en-US" dirty="0"/>
              <a:t>Accessible only within the same package . Also called package – private access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Private</a:t>
            </a:r>
          </a:p>
          <a:p>
            <a:r>
              <a:rPr lang="en-US" dirty="0"/>
              <a:t>Accessible only within the same class  </a:t>
            </a:r>
          </a:p>
          <a:p>
            <a:endParaRPr lang="en-US" dirty="0"/>
          </a:p>
          <a:p>
            <a:r>
              <a:rPr lang="en-US" dirty="0"/>
              <a:t>Examples:-</a:t>
            </a:r>
          </a:p>
          <a:p>
            <a:endParaRPr lang="en-US" dirty="0"/>
          </a:p>
          <a:p>
            <a:r>
              <a:rPr lang="en-US" dirty="0"/>
              <a:t>Public class Examples{</a:t>
            </a:r>
          </a:p>
          <a:p>
            <a:r>
              <a:rPr lang="en-US" dirty="0"/>
              <a:t>	public int a; // Accessible everywhere </a:t>
            </a:r>
          </a:p>
          <a:p>
            <a:r>
              <a:rPr lang="en-US" dirty="0"/>
              <a:t>	protected int b; // Accessible in same package and subclass</a:t>
            </a:r>
          </a:p>
          <a:p>
            <a:r>
              <a:rPr lang="en-US" dirty="0"/>
              <a:t>	int c; // default :- Accessible in same package only</a:t>
            </a:r>
          </a:p>
          <a:p>
            <a:r>
              <a:rPr lang="en-US" dirty="0"/>
              <a:t>	private int d; // Accessible only within this class </a:t>
            </a:r>
          </a:p>
          <a:p>
            <a:endParaRPr lang="en-US" dirty="0"/>
          </a:p>
          <a:p>
            <a:r>
              <a:rPr lang="en-US" dirty="0"/>
              <a:t>Public void show(){ // All variables are accessible here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715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68C3-2D7C-50E8-DE44-11A1241A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7E9B0-7655-5403-3466-B01D5A41ADDB}"/>
              </a:ext>
            </a:extLst>
          </p:cNvPr>
          <p:cNvSpPr txBox="1"/>
          <p:nvPr/>
        </p:nvSpPr>
        <p:spPr>
          <a:xfrm>
            <a:off x="924340" y="128419"/>
            <a:ext cx="83488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2.5] Array and string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array is collection of elements (all of the same data type) stored on contiguous memory location . In java array are objects, and they let you store values in a single variable inside of declaring separate variable for each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Key features of arrays:</a:t>
            </a:r>
          </a:p>
          <a:p>
            <a:endParaRPr lang="en-US" dirty="0"/>
          </a:p>
          <a:p>
            <a:r>
              <a:rPr lang="en-US" dirty="0"/>
              <a:t>1] Fixed size (set when you create it)</a:t>
            </a:r>
          </a:p>
          <a:p>
            <a:r>
              <a:rPr lang="en-US" dirty="0"/>
              <a:t>2] can hold primitive type or objects</a:t>
            </a:r>
          </a:p>
          <a:p>
            <a:r>
              <a:rPr lang="en-US" dirty="0"/>
              <a:t>3] Indexed  (starts from 0)</a:t>
            </a:r>
          </a:p>
          <a:p>
            <a:r>
              <a:rPr lang="en-US" dirty="0"/>
              <a:t>                                                 this bracket is known as subscript operator</a:t>
            </a:r>
          </a:p>
          <a:p>
            <a:r>
              <a:rPr lang="en-US" dirty="0"/>
              <a:t>Syntax :- 1] data - type [] variable name;</a:t>
            </a:r>
          </a:p>
          <a:p>
            <a:r>
              <a:rPr lang="en-US" dirty="0"/>
              <a:t>		 2] data – type variable name [];</a:t>
            </a:r>
          </a:p>
          <a:p>
            <a:r>
              <a:rPr lang="en-US" dirty="0"/>
              <a:t>                                         new is a keyword in this make a object </a:t>
            </a:r>
          </a:p>
          <a:p>
            <a:r>
              <a:rPr lang="en-US" dirty="0"/>
              <a:t>Example :- 1] a[] = new int [5];</a:t>
            </a:r>
          </a:p>
          <a:p>
            <a:endParaRPr lang="en-US" dirty="0"/>
          </a:p>
          <a:p>
            <a:r>
              <a:rPr lang="en-US" dirty="0"/>
              <a:t>		    2] int arr [] = new int [5]</a:t>
            </a:r>
          </a:p>
          <a:p>
            <a:r>
              <a:rPr lang="en-US" dirty="0"/>
              <a:t>		    3] int a [] = {10,20,30,40};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Types od Array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One – Dimensional Array (1d Array)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Two – Dimensional Array (2d Array)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8E1DE4-DB90-C150-F8EB-73C14CBB4D15}"/>
              </a:ext>
            </a:extLst>
          </p:cNvPr>
          <p:cNvCxnSpPr/>
          <p:nvPr/>
        </p:nvCxnSpPr>
        <p:spPr>
          <a:xfrm flipV="1">
            <a:off x="3538330" y="3637722"/>
            <a:ext cx="0" cy="1093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7B0DC7-B065-6A7E-593C-78DF46713081}"/>
              </a:ext>
            </a:extLst>
          </p:cNvPr>
          <p:cNvCxnSpPr/>
          <p:nvPr/>
        </p:nvCxnSpPr>
        <p:spPr>
          <a:xfrm>
            <a:off x="3538330" y="3637722"/>
            <a:ext cx="5168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61F4AB-696C-9F93-01E9-C97906550B5C}"/>
              </a:ext>
            </a:extLst>
          </p:cNvPr>
          <p:cNvCxnSpPr>
            <a:cxnSpLocks/>
          </p:cNvCxnSpPr>
          <p:nvPr/>
        </p:nvCxnSpPr>
        <p:spPr>
          <a:xfrm>
            <a:off x="3150705" y="4436165"/>
            <a:ext cx="609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B7096C-2661-D659-256E-864727FEE7F6}"/>
              </a:ext>
            </a:extLst>
          </p:cNvPr>
          <p:cNvCxnSpPr>
            <a:cxnSpLocks/>
          </p:cNvCxnSpPr>
          <p:nvPr/>
        </p:nvCxnSpPr>
        <p:spPr>
          <a:xfrm flipV="1">
            <a:off x="3150705" y="4436165"/>
            <a:ext cx="0" cy="2319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77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D88F-ACB3-C1AF-6B4F-ACA2DE74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7FB3A3-2886-94A0-0325-0A4AFEC1E915}"/>
              </a:ext>
            </a:extLst>
          </p:cNvPr>
          <p:cNvSpPr txBox="1"/>
          <p:nvPr/>
        </p:nvSpPr>
        <p:spPr>
          <a:xfrm>
            <a:off x="924340" y="128419"/>
            <a:ext cx="83488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1] one – Dimensional Array (1D Array)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simple linear Array. Think of it as a list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2] two – Dimensional Array (2D Array)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array of arrays  . Think of it as a table or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Int [] [] matrix = {</a:t>
            </a:r>
          </a:p>
          <a:p>
            <a:r>
              <a:rPr lang="en-US" dirty="0"/>
              <a:t>	{1,2,3}</a:t>
            </a:r>
          </a:p>
          <a:p>
            <a:r>
              <a:rPr lang="en-US" dirty="0"/>
              <a:t>	{4,5,6}</a:t>
            </a:r>
          </a:p>
          <a:p>
            <a:r>
              <a:rPr lang="en-US" dirty="0"/>
              <a:t>} ;</a:t>
            </a:r>
          </a:p>
          <a:p>
            <a:endParaRPr lang="en-US" dirty="0"/>
          </a:p>
          <a:p>
            <a:r>
              <a:rPr lang="en-US" b="1" dirty="0"/>
              <a:t>3] multi – Dimensional Array (3D and beyond)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go more dimensions If needed (rare in most applications)</a:t>
            </a:r>
          </a:p>
          <a:p>
            <a:endParaRPr lang="en-US" dirty="0"/>
          </a:p>
          <a:p>
            <a:r>
              <a:rPr lang="en-US" dirty="0"/>
              <a:t>Int [] [] [] cube = new int [3] [3] [3];</a:t>
            </a:r>
          </a:p>
          <a:p>
            <a:endParaRPr lang="en-US" dirty="0"/>
          </a:p>
          <a:p>
            <a:r>
              <a:rPr lang="en-US" dirty="0"/>
              <a:t>Examples:-</a:t>
            </a:r>
          </a:p>
          <a:p>
            <a:endParaRPr lang="en-US" dirty="0"/>
          </a:p>
          <a:p>
            <a:r>
              <a:rPr lang="en-US" dirty="0"/>
              <a:t>Class rock{</a:t>
            </a:r>
          </a:p>
          <a:p>
            <a:endParaRPr lang="en-US" dirty="0"/>
          </a:p>
          <a:p>
            <a:r>
              <a:rPr lang="en-US" dirty="0"/>
              <a:t>Public static void main(String [] args){</a:t>
            </a:r>
          </a:p>
        </p:txBody>
      </p:sp>
    </p:spTree>
    <p:extLst>
      <p:ext uri="{BB962C8B-B14F-4D97-AF65-F5344CB8AC3E}">
        <p14:creationId xmlns:p14="http://schemas.microsoft.com/office/powerpoint/2010/main" val="41696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002F-A37F-FB46-F824-BFECB4E5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B0173-9386-092C-41C5-F2E492F2966E}"/>
              </a:ext>
            </a:extLst>
          </p:cNvPr>
          <p:cNvSpPr txBox="1"/>
          <p:nvPr/>
        </p:nvSpPr>
        <p:spPr>
          <a:xfrm>
            <a:off x="924340" y="128419"/>
            <a:ext cx="834887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a [] = {10,20,30,40,50};</a:t>
            </a:r>
          </a:p>
          <a:p>
            <a:r>
              <a:rPr lang="en-US" dirty="0"/>
              <a:t>System.out.pirntln(a[3]);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Using array object </a:t>
            </a:r>
          </a:p>
          <a:p>
            <a:r>
              <a:rPr lang="en-US" dirty="0"/>
              <a:t> class rock{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int a [] = new int [5];</a:t>
            </a:r>
          </a:p>
          <a:p>
            <a:r>
              <a:rPr lang="en-US" dirty="0"/>
              <a:t>		a [0] = 10;</a:t>
            </a:r>
          </a:p>
          <a:p>
            <a:r>
              <a:rPr lang="en-US" dirty="0"/>
              <a:t>		a [1] = 20;</a:t>
            </a:r>
          </a:p>
          <a:p>
            <a:r>
              <a:rPr lang="en-US" dirty="0"/>
              <a:t>		a [3] = 30;</a:t>
            </a:r>
          </a:p>
          <a:p>
            <a:r>
              <a:rPr lang="en-US" dirty="0"/>
              <a:t>		a [4] = 40;</a:t>
            </a:r>
          </a:p>
          <a:p>
            <a:r>
              <a:rPr lang="en-US" dirty="0"/>
              <a:t>		a [5] = 50;</a:t>
            </a:r>
          </a:p>
          <a:p>
            <a:r>
              <a:rPr lang="en-US" dirty="0"/>
              <a:t>		for (int i=0; i&lt;4;i++){</a:t>
            </a:r>
          </a:p>
          <a:p>
            <a:r>
              <a:rPr lang="en-US" dirty="0"/>
              <a:t>			System.out.println(a[i]);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Class rock{</a:t>
            </a:r>
          </a:p>
          <a:p>
            <a:r>
              <a:rPr lang="en-US" dirty="0"/>
              <a:t>	public static void main(String args[]){</a:t>
            </a:r>
          </a:p>
          <a:p>
            <a:r>
              <a:rPr lang="en-US" dirty="0"/>
              <a:t>	int Marks [] = new int [7];</a:t>
            </a:r>
          </a:p>
        </p:txBody>
      </p:sp>
    </p:spTree>
    <p:extLst>
      <p:ext uri="{BB962C8B-B14F-4D97-AF65-F5344CB8AC3E}">
        <p14:creationId xmlns:p14="http://schemas.microsoft.com/office/powerpoint/2010/main" val="1832924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2F3CE-FF76-406A-0CDD-B459A5E1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B19C76-2394-0595-2E32-32973DC8ACD5}"/>
              </a:ext>
            </a:extLst>
          </p:cNvPr>
          <p:cNvSpPr txBox="1"/>
          <p:nvPr/>
        </p:nvSpPr>
        <p:spPr>
          <a:xfrm>
            <a:off x="924340" y="128419"/>
            <a:ext cx="834887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Marks [0] = 10;</a:t>
            </a:r>
          </a:p>
          <a:p>
            <a:r>
              <a:rPr lang="en-US" dirty="0"/>
              <a:t>	Marks [1] = 20;</a:t>
            </a:r>
          </a:p>
          <a:p>
            <a:r>
              <a:rPr lang="en-US" dirty="0"/>
              <a:t>	Marks [2] = 30;</a:t>
            </a:r>
          </a:p>
          <a:p>
            <a:r>
              <a:rPr lang="en-US" dirty="0"/>
              <a:t>	Marks [3] = 40;</a:t>
            </a:r>
          </a:p>
          <a:p>
            <a:r>
              <a:rPr lang="en-US" dirty="0"/>
              <a:t>	Marks [4] = 50;</a:t>
            </a:r>
          </a:p>
          <a:p>
            <a:r>
              <a:rPr lang="en-US" dirty="0"/>
              <a:t>	Marks [5] = 60;</a:t>
            </a:r>
          </a:p>
          <a:p>
            <a:r>
              <a:rPr lang="en-US" dirty="0"/>
              <a:t>	Marks [6] = 70;</a:t>
            </a:r>
          </a:p>
          <a:p>
            <a:r>
              <a:rPr lang="en-US" dirty="0"/>
              <a:t>For (int i= 0; i&lt;</a:t>
            </a:r>
            <a:r>
              <a:rPr lang="en-US" dirty="0" err="1"/>
              <a:t>marks.length</a:t>
            </a:r>
            <a:r>
              <a:rPr lang="en-US" dirty="0"/>
              <a:t> ; i++){</a:t>
            </a:r>
          </a:p>
          <a:p>
            <a:r>
              <a:rPr lang="en-US" dirty="0"/>
              <a:t>	System.out.println(“</a:t>
            </a:r>
            <a:r>
              <a:rPr lang="en-US" dirty="0" err="1"/>
              <a:t>Marks”+i</a:t>
            </a:r>
            <a:r>
              <a:rPr lang="en-US" dirty="0"/>
              <a:t>+” – “ + marks [i]);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What is Static Array?</a:t>
            </a:r>
          </a:p>
          <a:p>
            <a:r>
              <a:rPr lang="en-US" dirty="0"/>
              <a:t>A static array is an array with a fixed sized that is determined when it is created. You cannot change its size later. This is the most common type of array in java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What is  a Dynamic Array?</a:t>
            </a:r>
          </a:p>
          <a:p>
            <a:r>
              <a:rPr lang="en-US" dirty="0"/>
              <a:t>A dynamic array is an array that can grow and shrink in size at runtime . Unlike a static array , which has a fixed size once declared, a dynamic array can adjust its size as you add or remove elements </a:t>
            </a:r>
          </a:p>
        </p:txBody>
      </p:sp>
    </p:spTree>
    <p:extLst>
      <p:ext uri="{BB962C8B-B14F-4D97-AF65-F5344CB8AC3E}">
        <p14:creationId xmlns:p14="http://schemas.microsoft.com/office/powerpoint/2010/main" val="1971044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9BFEF-A60D-A47B-6073-4AED70A4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8C027-BB58-7073-91B8-BB2AC69BA004}"/>
              </a:ext>
            </a:extLst>
          </p:cNvPr>
          <p:cNvSpPr txBox="1"/>
          <p:nvPr/>
        </p:nvSpPr>
        <p:spPr>
          <a:xfrm>
            <a:off x="924340" y="128419"/>
            <a:ext cx="834887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java .util.scanner;</a:t>
            </a:r>
          </a:p>
          <a:p>
            <a:endParaRPr lang="en-US" dirty="0"/>
          </a:p>
          <a:p>
            <a:r>
              <a:rPr lang="en-US" dirty="0"/>
              <a:t>Class rock{</a:t>
            </a:r>
          </a:p>
          <a:p>
            <a:r>
              <a:rPr lang="en-US" dirty="0"/>
              <a:t>	public static void main(string args[]){</a:t>
            </a:r>
          </a:p>
          <a:p>
            <a:r>
              <a:rPr lang="en-US" dirty="0"/>
              <a:t>	int size , I;</a:t>
            </a:r>
          </a:p>
          <a:p>
            <a:r>
              <a:rPr lang="en-US" dirty="0"/>
              <a:t>	scanner r =new scanner (System.in);</a:t>
            </a:r>
          </a:p>
          <a:p>
            <a:r>
              <a:rPr lang="en-US" dirty="0"/>
              <a:t>	System.out.print(“Enter size of array”);</a:t>
            </a:r>
          </a:p>
          <a:p>
            <a:r>
              <a:rPr lang="en-US" dirty="0"/>
              <a:t>	Size = r.nextInt():</a:t>
            </a:r>
          </a:p>
          <a:p>
            <a:r>
              <a:rPr lang="en-US" dirty="0"/>
              <a:t>	int a [] = new int [size];</a:t>
            </a:r>
          </a:p>
          <a:p>
            <a:endParaRPr lang="en-US" dirty="0"/>
          </a:p>
          <a:p>
            <a:r>
              <a:rPr lang="en-US" dirty="0"/>
              <a:t>For (i=0 ; i&lt;size ; i++)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a[i] = r.nextInt();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	System.out.println(“printed Array Elements”);</a:t>
            </a:r>
          </a:p>
          <a:p>
            <a:r>
              <a:rPr lang="en-US" dirty="0"/>
              <a:t>	for(i=0 ; i&lt;size ; i++)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System.out.print(a[i]+” “);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1457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63CA-E4CB-DBDE-FC50-7A345D3C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68415D-584C-91A1-1BF7-0D1D92047415}"/>
              </a:ext>
            </a:extLst>
          </p:cNvPr>
          <p:cNvSpPr txBox="1"/>
          <p:nvPr/>
        </p:nvSpPr>
        <p:spPr>
          <a:xfrm>
            <a:off x="974035" y="138358"/>
            <a:ext cx="83488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Simple code of arrays</a:t>
            </a:r>
          </a:p>
          <a:p>
            <a:endParaRPr lang="en-US" dirty="0"/>
          </a:p>
          <a:p>
            <a:r>
              <a:rPr lang="en-US" dirty="0"/>
              <a:t>Class rock{</a:t>
            </a:r>
          </a:p>
          <a:p>
            <a:r>
              <a:rPr lang="en-US" dirty="0"/>
              <a:t>	public static void main(string [] args){</a:t>
            </a:r>
          </a:p>
          <a:p>
            <a:r>
              <a:rPr lang="en-US" dirty="0"/>
              <a:t>		int Marks = new int [3];</a:t>
            </a:r>
          </a:p>
          <a:p>
            <a:r>
              <a:rPr lang="en-US" dirty="0"/>
              <a:t>			marks [0] = 95;</a:t>
            </a:r>
          </a:p>
          <a:p>
            <a:r>
              <a:rPr lang="en-US" dirty="0"/>
              <a:t>			marks [1] = 86;</a:t>
            </a:r>
          </a:p>
          <a:p>
            <a:r>
              <a:rPr lang="en-US" dirty="0"/>
              <a:t>			marks [2] = 73;</a:t>
            </a:r>
          </a:p>
          <a:p>
            <a:r>
              <a:rPr lang="en-US" dirty="0"/>
              <a:t>			System.out.println(Marks[0]);</a:t>
            </a:r>
          </a:p>
          <a:p>
            <a:r>
              <a:rPr lang="en-US" dirty="0"/>
              <a:t>			System.out.println(Marks[1]);</a:t>
            </a:r>
          </a:p>
          <a:p>
            <a:r>
              <a:rPr lang="en-US" dirty="0"/>
              <a:t>			System.out.println(Marks[2]);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53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9F2F-EC97-2DB7-8706-BD1648B3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AB7E0A-8702-C788-6F6D-3EBA028B2A82}"/>
              </a:ext>
            </a:extLst>
          </p:cNvPr>
          <p:cNvSpPr txBox="1"/>
          <p:nvPr/>
        </p:nvSpPr>
        <p:spPr>
          <a:xfrm>
            <a:off x="775252" y="117693"/>
            <a:ext cx="836874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Array {</a:t>
            </a:r>
          </a:p>
          <a:p>
            <a:r>
              <a:rPr lang="en-IN" dirty="0"/>
              <a:t>    public static void main(String[] args) {</a:t>
            </a:r>
          </a:p>
          <a:p>
            <a:r>
              <a:rPr lang="en-IN" dirty="0"/>
              <a:t>        Scanner sc = new Scanner(System.in); // creating scanner object for input</a:t>
            </a:r>
          </a:p>
          <a:p>
            <a:endParaRPr lang="en-IN" dirty="0"/>
          </a:p>
          <a:p>
            <a:r>
              <a:rPr lang="en-IN" dirty="0"/>
              <a:t>        int size = sc.nextInt(); // read an integer from the user which represents the size of the array</a:t>
            </a:r>
          </a:p>
          <a:p>
            <a:endParaRPr lang="en-IN" dirty="0"/>
          </a:p>
          <a:p>
            <a:r>
              <a:rPr lang="en-IN" dirty="0"/>
              <a:t>        int numbers[] = new int[size]; // create an array of integers with the given size</a:t>
            </a:r>
          </a:p>
          <a:p>
            <a:endParaRPr lang="en-IN" dirty="0"/>
          </a:p>
          <a:p>
            <a:r>
              <a:rPr lang="en-IN" dirty="0"/>
              <a:t>        // Loop to read elements into the array</a:t>
            </a:r>
          </a:p>
          <a:p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size;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numbers[</a:t>
            </a:r>
            <a:r>
              <a:rPr lang="en-IN" dirty="0" err="1"/>
              <a:t>i</a:t>
            </a:r>
            <a:r>
              <a:rPr lang="en-IN" dirty="0"/>
              <a:t>] = sc.nextInt(); // read each integer input from the user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// Loop to print all elements in the array</a:t>
            </a:r>
          </a:p>
          <a:p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size;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System.out.println(numbers[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587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5FD9-ABCB-99C2-F7FA-9F4F87C2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F9A1CF-A1E3-82B3-1AD6-FBB6C3AFE18E}"/>
              </a:ext>
            </a:extLst>
          </p:cNvPr>
          <p:cNvSpPr txBox="1"/>
          <p:nvPr/>
        </p:nvSpPr>
        <p:spPr>
          <a:xfrm>
            <a:off x="924340" y="128419"/>
            <a:ext cx="83488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2D Array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like table or matrix – it has rows and columns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Sock {</a:t>
            </a:r>
          </a:p>
          <a:p>
            <a:r>
              <a:rPr lang="en-US" dirty="0"/>
              <a:t>    public static void main(String args[]) {</a:t>
            </a:r>
          </a:p>
          <a:p>
            <a:r>
              <a:rPr lang="en-US" dirty="0"/>
              <a:t>        Scanner Sc = new Scanner(System.in);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Define the size of the 2D array</a:t>
            </a:r>
          </a:p>
          <a:p>
            <a:r>
              <a:rPr lang="en-US" dirty="0"/>
              <a:t>        int rows = 2;</a:t>
            </a:r>
          </a:p>
          <a:p>
            <a:r>
              <a:rPr lang="en-US" dirty="0"/>
              <a:t>        int columns = 3;</a:t>
            </a:r>
          </a:p>
          <a:p>
            <a:r>
              <a:rPr lang="en-US" dirty="0"/>
              <a:t>        int[][] matrix = new int[rows][columns]; // 2 rows and 3 columns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Input</a:t>
            </a:r>
          </a:p>
          <a:p>
            <a:r>
              <a:rPr lang="en-US" dirty="0"/>
              <a:t>        System.out.println("Enter elements:"); // input</a:t>
            </a:r>
          </a:p>
          <a:p>
            <a:r>
              <a:rPr lang="en-US" dirty="0"/>
              <a:t>        for(int i=0; i &lt; rows; i++){</a:t>
            </a:r>
          </a:p>
          <a:p>
            <a:r>
              <a:rPr lang="en-US" dirty="0"/>
              <a:t>            for(int j=0; j &lt; columns; </a:t>
            </a:r>
            <a:r>
              <a:rPr lang="en-US" dirty="0" err="1"/>
              <a:t>j++</a:t>
            </a:r>
            <a:r>
              <a:rPr lang="en-US" dirty="0"/>
              <a:t>){</a:t>
            </a:r>
          </a:p>
          <a:p>
            <a:r>
              <a:rPr lang="en-US" dirty="0"/>
              <a:t>                matrix[i][j] = </a:t>
            </a:r>
            <a:r>
              <a:rPr lang="en-US" dirty="0" err="1"/>
              <a:t>Sc.nextInt</a:t>
            </a:r>
            <a:r>
              <a:rPr lang="en-US" dirty="0"/>
              <a:t>();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289263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A668-1394-C95E-86ED-7186519E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4E16B-2AF3-EC3C-EC92-CA88247797C4}"/>
              </a:ext>
            </a:extLst>
          </p:cNvPr>
          <p:cNvSpPr txBox="1"/>
          <p:nvPr/>
        </p:nvSpPr>
        <p:spPr>
          <a:xfrm>
            <a:off x="983975" y="301276"/>
            <a:ext cx="843832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	// Output</a:t>
            </a:r>
          </a:p>
          <a:p>
            <a:r>
              <a:rPr lang="en-IN" dirty="0"/>
              <a:t>        System.out.println("The 2D array is:");</a:t>
            </a:r>
          </a:p>
          <a:p>
            <a:r>
              <a:rPr lang="en-IN" dirty="0"/>
              <a:t>        for(int 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 &lt; rows; 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r>
              <a:rPr lang="en-IN" dirty="0"/>
              <a:t>            for(int j=0; j &lt; columns; </a:t>
            </a:r>
            <a:r>
              <a:rPr lang="en-IN" dirty="0" err="1"/>
              <a:t>j++</a:t>
            </a:r>
            <a:r>
              <a:rPr lang="en-IN" dirty="0"/>
              <a:t>){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</a:t>
            </a:r>
            <a:r>
              <a:rPr lang="en-IN" dirty="0"/>
              <a:t>(matrix[</a:t>
            </a:r>
            <a:r>
              <a:rPr lang="en-IN" dirty="0" err="1"/>
              <a:t>i</a:t>
            </a:r>
            <a:r>
              <a:rPr lang="en-IN" dirty="0"/>
              <a:t>][j] + " ");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System.out.println(); // New line after each row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What is string </a:t>
            </a:r>
          </a:p>
          <a:p>
            <a:endParaRPr lang="en-IN" dirty="0"/>
          </a:p>
          <a:p>
            <a:r>
              <a:rPr lang="en-IN" dirty="0"/>
              <a:t>A string in java is a sequence of characters – like words or sentences -  used </a:t>
            </a:r>
            <a:r>
              <a:rPr lang="en-IN" dirty="0" err="1"/>
              <a:t>ro</a:t>
            </a:r>
            <a:r>
              <a:rPr lang="en-IN" dirty="0"/>
              <a:t> store and manipulate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String in java is an object of the string class , not a primitive data 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String are immutable , meaning once created , their value cannot be changed ( any changes create a new string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String are written inside double </a:t>
            </a:r>
            <a:r>
              <a:rPr lang="en-IN" dirty="0" err="1"/>
              <a:t>qutoes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713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FC2A-292E-CA11-C6BE-BA6F995C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C507CC-5228-980E-F645-D03EA07153F9}"/>
              </a:ext>
            </a:extLst>
          </p:cNvPr>
          <p:cNvSpPr txBox="1"/>
          <p:nvPr/>
        </p:nvSpPr>
        <p:spPr>
          <a:xfrm>
            <a:off x="824948" y="164936"/>
            <a:ext cx="83886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Testing extends Student{</a:t>
            </a:r>
          </a:p>
          <a:p>
            <a:r>
              <a:rPr lang="en-IN" dirty="0"/>
              <a:t>    public static void main(String L args){</a:t>
            </a:r>
          </a:p>
          <a:p>
            <a:r>
              <a:rPr lang="en-IN" dirty="0"/>
              <a:t>        Student obj = new Student(); </a:t>
            </a:r>
          </a:p>
          <a:p>
            <a:r>
              <a:rPr lang="en-IN" dirty="0"/>
              <a:t>        </a:t>
            </a:r>
            <a:r>
              <a:rPr lang="en-IN" dirty="0" err="1"/>
              <a:t>obj.print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Student{</a:t>
            </a:r>
          </a:p>
          <a:p>
            <a:r>
              <a:rPr lang="en-IN" dirty="0"/>
              <a:t>    public Student(){  // Constructor(parameterized)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public void print(){  // User defined method [Object : letter "I" + name character(s)]</a:t>
            </a:r>
          </a:p>
          <a:p>
            <a:r>
              <a:rPr lang="en-IN" dirty="0"/>
              <a:t>        System.out.print("In Engine " + name);</a:t>
            </a:r>
          </a:p>
          <a:p>
            <a:r>
              <a:rPr lang="en-IN" dirty="0"/>
              <a:t>        System.out.print("In Engine " + "Rahul");</a:t>
            </a:r>
          </a:p>
          <a:p>
            <a:r>
              <a:rPr lang="en-IN" dirty="0"/>
              <a:t>        String name = "SSc:11-1";</a:t>
            </a:r>
          </a:p>
          <a:p>
            <a:r>
              <a:rPr lang="en-IN" dirty="0"/>
              <a:t>        String object = "Rahul";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5572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01B6-0033-81A7-E047-23DC50EB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8052E6-0122-A16C-AF1D-9AB274EC3077}"/>
              </a:ext>
            </a:extLst>
          </p:cNvPr>
          <p:cNvSpPr txBox="1"/>
          <p:nvPr/>
        </p:nvSpPr>
        <p:spPr>
          <a:xfrm>
            <a:off x="914398" y="3381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2.6 Static modifier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907A1-B819-68CE-AE42-7EC8B9DF317D}"/>
              </a:ext>
            </a:extLst>
          </p:cNvPr>
          <p:cNvSpPr txBox="1"/>
          <p:nvPr/>
        </p:nvSpPr>
        <p:spPr>
          <a:xfrm>
            <a:off x="834886" y="403146"/>
            <a:ext cx="83488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What is the Static Modifier?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 static modifier is a non-access modifier that can be applied to variables, methods, blocks, and nested classes in Java. When a member is declared as static, it becomes a class member rather than an instance member. This means there's only one copy of that member shared across all objects of the class.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 syntax for declaring static members is straightforward - you simply place the </a:t>
            </a:r>
            <a:r>
              <a:rPr lang="en-US" b="0" i="0" dirty="0">
                <a:effectLst/>
                <a:latin typeface="berkeleyMono"/>
              </a:rPr>
              <a:t>static</a:t>
            </a:r>
            <a:r>
              <a:rPr lang="en-US" b="0" i="0" dirty="0">
                <a:effectLst/>
                <a:latin typeface="fkGroteskNeue"/>
              </a:rPr>
              <a:t> keyword before the variable or method declaration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dirty="0">
                <a:latin typeface="fkGroteskNeue"/>
              </a:rPr>
              <a:t>Examples</a:t>
            </a:r>
            <a:r>
              <a:rPr lang="en-US" dirty="0">
                <a:latin typeface="fkGroteskNeue"/>
              </a:rPr>
              <a:t>: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EB446-CD5D-9B41-7CB3-5C236CECB3AB}"/>
              </a:ext>
            </a:extLst>
          </p:cNvPr>
          <p:cNvSpPr txBox="1"/>
          <p:nvPr/>
        </p:nvSpPr>
        <p:spPr>
          <a:xfrm>
            <a:off x="834886" y="2988469"/>
            <a:ext cx="85476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 {</a:t>
            </a:r>
          </a:p>
          <a:p>
            <a:r>
              <a:rPr lang="en-IN" dirty="0"/>
              <a:t>    static String schoolName = "GPM"; // static variable</a:t>
            </a:r>
          </a:p>
          <a:p>
            <a:r>
              <a:rPr lang="en-IN" dirty="0"/>
              <a:t>    String name; // instance variable</a:t>
            </a:r>
          </a:p>
          <a:p>
            <a:endParaRPr lang="en-IN" dirty="0"/>
          </a:p>
          <a:p>
            <a:r>
              <a:rPr lang="en-IN" dirty="0"/>
              <a:t>    static void displaySchool() { // static method</a:t>
            </a:r>
          </a:p>
          <a:p>
            <a:r>
              <a:rPr lang="en-IN" dirty="0"/>
              <a:t>        System.out.println("School: " + schoolName);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Main {</a:t>
            </a:r>
          </a:p>
          <a:p>
            <a:r>
              <a:rPr lang="en-IN" dirty="0"/>
              <a:t>    public static void main(String[] args) {</a:t>
            </a:r>
          </a:p>
          <a:p>
            <a:r>
              <a:rPr lang="en-IN" dirty="0"/>
              <a:t>        </a:t>
            </a:r>
            <a:r>
              <a:rPr lang="en-IN" dirty="0" err="1"/>
              <a:t>Student.displaySchool</a:t>
            </a:r>
            <a:r>
              <a:rPr lang="en-IN" dirty="0"/>
              <a:t>(); // called without creating object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2288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1EAB-38E6-CE27-EEFA-5339F1D3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854C0D-757A-C363-AC8C-AD6EE0C9532D}"/>
              </a:ext>
            </a:extLst>
          </p:cNvPr>
          <p:cNvSpPr txBox="1"/>
          <p:nvPr/>
        </p:nvSpPr>
        <p:spPr>
          <a:xfrm>
            <a:off x="854765" y="120713"/>
            <a:ext cx="84283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Static Variable: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Shared by all objects.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Only one copy exists in memory.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</a:rPr>
              <a:t>schoolName</a:t>
            </a:r>
            <a:r>
              <a:rPr lang="en-US" dirty="0"/>
              <a:t> above is same for all students.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Static Method: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be called without creating an object.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only access static data and call static methods directly.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Static Block: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Used for initializing static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Runs only once when the class is loaded.</a:t>
            </a:r>
          </a:p>
        </p:txBody>
      </p:sp>
    </p:spTree>
    <p:extLst>
      <p:ext uri="{BB962C8B-B14F-4D97-AF65-F5344CB8AC3E}">
        <p14:creationId xmlns:p14="http://schemas.microsoft.com/office/powerpoint/2010/main" val="3973312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855</TotalTime>
  <Words>3863</Words>
  <Application>Microsoft Office PowerPoint</Application>
  <PresentationFormat>Widescreen</PresentationFormat>
  <Paragraphs>652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Aptos</vt:lpstr>
      <vt:lpstr>Arial</vt:lpstr>
      <vt:lpstr>berkeleyMono</vt:lpstr>
      <vt:lpstr>Courier New</vt:lpstr>
      <vt:lpstr>fkGrotesk</vt:lpstr>
      <vt:lpstr>fkGroteskNeue</vt:lpstr>
      <vt:lpstr>Trebuchet MS</vt:lpstr>
      <vt:lpstr>Wingdings</vt:lpstr>
      <vt:lpstr>Wingdings 3</vt:lpstr>
      <vt:lpstr>Facet</vt:lpstr>
      <vt:lpstr>Derived Syntactical Constructs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2025-10-05T16:24:22Z</dcterms:created>
  <dcterms:modified xsi:type="dcterms:W3CDTF">2025-10-06T21:12:21Z</dcterms:modified>
</cp:coreProperties>
</file>