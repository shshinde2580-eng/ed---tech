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41A281-C901-49E2-A8C3-4CB9D87D9CD7}" v="66" dt="2025-10-14T07:18:08.4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23" autoAdjust="0"/>
    <p:restoredTop sz="94660"/>
  </p:normalViewPr>
  <p:slideViewPr>
    <p:cSldViewPr snapToGrid="0">
      <p:cViewPr varScale="1">
        <p:scale>
          <a:sx n="73" d="100"/>
          <a:sy n="73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shinde2580@gmail.com" userId="86fdf0c531315612" providerId="LiveId" clId="{80EF1F59-5901-4077-BC9B-DA299863282D}"/>
    <pc:docChg chg="undo custSel modSld">
      <pc:chgData name="shshinde2580@gmail.com" userId="86fdf0c531315612" providerId="LiveId" clId="{80EF1F59-5901-4077-BC9B-DA299863282D}" dt="2025-10-14T07:31:53.276" v="1935" actId="20577"/>
      <pc:docMkLst>
        <pc:docMk/>
      </pc:docMkLst>
      <pc:sldChg chg="addSp delSp modSp mod">
        <pc:chgData name="shshinde2580@gmail.com" userId="86fdf0c531315612" providerId="LiveId" clId="{80EF1F59-5901-4077-BC9B-DA299863282D}" dt="2025-10-14T06:24:54.715" v="452" actId="20577"/>
        <pc:sldMkLst>
          <pc:docMk/>
          <pc:sldMk cId="3779952085" sldId="257"/>
        </pc:sldMkLst>
        <pc:spChg chg="mod">
          <ac:chgData name="shshinde2580@gmail.com" userId="86fdf0c531315612" providerId="LiveId" clId="{80EF1F59-5901-4077-BC9B-DA299863282D}" dt="2025-10-14T06:24:54.715" v="452" actId="20577"/>
          <ac:spMkLst>
            <pc:docMk/>
            <pc:sldMk cId="3779952085" sldId="257"/>
            <ac:spMk id="5" creationId="{B23D6A91-5E0A-D94F-2FE2-F57183C53C20}"/>
          </ac:spMkLst>
        </pc:spChg>
        <pc:spChg chg="add del">
          <ac:chgData name="shshinde2580@gmail.com" userId="86fdf0c531315612" providerId="LiveId" clId="{80EF1F59-5901-4077-BC9B-DA299863282D}" dt="2025-10-14T06:17:56.542" v="36" actId="22"/>
          <ac:spMkLst>
            <pc:docMk/>
            <pc:sldMk cId="3779952085" sldId="257"/>
            <ac:spMk id="15" creationId="{4F1F8AAE-8DA5-78F4-366F-B38B12E71782}"/>
          </ac:spMkLst>
        </pc:spChg>
        <pc:cxnChg chg="add mod">
          <ac:chgData name="shshinde2580@gmail.com" userId="86fdf0c531315612" providerId="LiveId" clId="{80EF1F59-5901-4077-BC9B-DA299863282D}" dt="2025-10-14T06:16:22.117" v="13" actId="13822"/>
          <ac:cxnSpMkLst>
            <pc:docMk/>
            <pc:sldMk cId="3779952085" sldId="257"/>
            <ac:cxnSpMk id="7" creationId="{4F57AE98-B525-230B-3B4A-8F9D2075BBE5}"/>
          </ac:cxnSpMkLst>
        </pc:cxnChg>
        <pc:cxnChg chg="add mod">
          <ac:chgData name="shshinde2580@gmail.com" userId="86fdf0c531315612" providerId="LiveId" clId="{80EF1F59-5901-4077-BC9B-DA299863282D}" dt="2025-10-14T06:17:52.804" v="34" actId="1076"/>
          <ac:cxnSpMkLst>
            <pc:docMk/>
            <pc:sldMk cId="3779952085" sldId="257"/>
            <ac:cxnSpMk id="9" creationId="{B29C9E20-408D-2C71-E047-2FB5ADC00AE5}"/>
          </ac:cxnSpMkLst>
        </pc:cxnChg>
        <pc:cxnChg chg="add mod">
          <ac:chgData name="shshinde2580@gmail.com" userId="86fdf0c531315612" providerId="LiveId" clId="{80EF1F59-5901-4077-BC9B-DA299863282D}" dt="2025-10-14T06:20:51.496" v="254" actId="14100"/>
          <ac:cxnSpMkLst>
            <pc:docMk/>
            <pc:sldMk cId="3779952085" sldId="257"/>
            <ac:cxnSpMk id="13" creationId="{5CC8422A-5E21-F556-342F-429D59031F5A}"/>
          </ac:cxnSpMkLst>
        </pc:cxnChg>
        <pc:cxnChg chg="add mod">
          <ac:chgData name="shshinde2580@gmail.com" userId="86fdf0c531315612" providerId="LiveId" clId="{80EF1F59-5901-4077-BC9B-DA299863282D}" dt="2025-10-14T06:20:55.580" v="255" actId="14100"/>
          <ac:cxnSpMkLst>
            <pc:docMk/>
            <pc:sldMk cId="3779952085" sldId="257"/>
            <ac:cxnSpMk id="16" creationId="{5EDB5BEA-78AA-DB2B-3722-3EF1642E82C6}"/>
          </ac:cxnSpMkLst>
        </pc:cxnChg>
      </pc:sldChg>
      <pc:sldChg chg="addSp delSp modSp mod">
        <pc:chgData name="shshinde2580@gmail.com" userId="86fdf0c531315612" providerId="LiveId" clId="{80EF1F59-5901-4077-BC9B-DA299863282D}" dt="2025-10-14T06:41:34.666" v="895" actId="313"/>
        <pc:sldMkLst>
          <pc:docMk/>
          <pc:sldMk cId="143665756" sldId="258"/>
        </pc:sldMkLst>
        <pc:spChg chg="add del mod">
          <ac:chgData name="shshinde2580@gmail.com" userId="86fdf0c531315612" providerId="LiveId" clId="{80EF1F59-5901-4077-BC9B-DA299863282D}" dt="2025-10-14T06:36:38.380" v="783" actId="21"/>
          <ac:spMkLst>
            <pc:docMk/>
            <pc:sldMk cId="143665756" sldId="258"/>
            <ac:spMk id="2" creationId="{FE7C3C45-0B92-5432-F127-D57FDD019375}"/>
          </ac:spMkLst>
        </pc:spChg>
        <pc:spChg chg="add del mod">
          <ac:chgData name="shshinde2580@gmail.com" userId="86fdf0c531315612" providerId="LiveId" clId="{80EF1F59-5901-4077-BC9B-DA299863282D}" dt="2025-10-14T06:36:54.715" v="784" actId="21"/>
          <ac:spMkLst>
            <pc:docMk/>
            <pc:sldMk cId="143665756" sldId="258"/>
            <ac:spMk id="3" creationId="{5DF7B4A5-9382-6F75-B2B5-F2ABA478AF6C}"/>
          </ac:spMkLst>
        </pc:spChg>
        <pc:spChg chg="add del mod">
          <ac:chgData name="shshinde2580@gmail.com" userId="86fdf0c531315612" providerId="LiveId" clId="{80EF1F59-5901-4077-BC9B-DA299863282D}" dt="2025-10-14T06:36:54.715" v="784" actId="21"/>
          <ac:spMkLst>
            <pc:docMk/>
            <pc:sldMk cId="143665756" sldId="258"/>
            <ac:spMk id="4" creationId="{B7F35612-67DF-6750-474B-0265D030D069}"/>
          </ac:spMkLst>
        </pc:spChg>
        <pc:spChg chg="add mod">
          <ac:chgData name="shshinde2580@gmail.com" userId="86fdf0c531315612" providerId="LiveId" clId="{80EF1F59-5901-4077-BC9B-DA299863282D}" dt="2025-10-14T06:28:36.850" v="476" actId="1076"/>
          <ac:spMkLst>
            <pc:docMk/>
            <pc:sldMk cId="143665756" sldId="258"/>
            <ac:spMk id="5" creationId="{F8682AB1-EF80-A0E7-246F-03C1673389E6}"/>
          </ac:spMkLst>
        </pc:spChg>
        <pc:spChg chg="add del mod">
          <ac:chgData name="shshinde2580@gmail.com" userId="86fdf0c531315612" providerId="LiveId" clId="{80EF1F59-5901-4077-BC9B-DA299863282D}" dt="2025-10-14T06:36:54.715" v="784" actId="21"/>
          <ac:spMkLst>
            <pc:docMk/>
            <pc:sldMk cId="143665756" sldId="258"/>
            <ac:spMk id="6" creationId="{D0EC95B2-EF0A-8BBE-B678-269741358EA0}"/>
          </ac:spMkLst>
        </pc:spChg>
        <pc:spChg chg="add del mod">
          <ac:chgData name="shshinde2580@gmail.com" userId="86fdf0c531315612" providerId="LiveId" clId="{80EF1F59-5901-4077-BC9B-DA299863282D}" dt="2025-10-14T06:36:54.715" v="784" actId="21"/>
          <ac:spMkLst>
            <pc:docMk/>
            <pc:sldMk cId="143665756" sldId="258"/>
            <ac:spMk id="7" creationId="{82C9836E-4DA8-27A2-F88D-0F30F13AA43F}"/>
          </ac:spMkLst>
        </pc:spChg>
        <pc:spChg chg="add del mod">
          <ac:chgData name="shshinde2580@gmail.com" userId="86fdf0c531315612" providerId="LiveId" clId="{80EF1F59-5901-4077-BC9B-DA299863282D}" dt="2025-10-14T06:36:54.715" v="784" actId="21"/>
          <ac:spMkLst>
            <pc:docMk/>
            <pc:sldMk cId="143665756" sldId="258"/>
            <ac:spMk id="8" creationId="{5106D73C-7BE8-8641-B49B-36F151B77B79}"/>
          </ac:spMkLst>
        </pc:spChg>
        <pc:spChg chg="add del mod">
          <ac:chgData name="shshinde2580@gmail.com" userId="86fdf0c531315612" providerId="LiveId" clId="{80EF1F59-5901-4077-BC9B-DA299863282D}" dt="2025-10-14T06:36:54.715" v="784" actId="21"/>
          <ac:spMkLst>
            <pc:docMk/>
            <pc:sldMk cId="143665756" sldId="258"/>
            <ac:spMk id="9" creationId="{59F6E3C5-DEFA-8355-A5C3-9E89980128DA}"/>
          </ac:spMkLst>
        </pc:spChg>
        <pc:spChg chg="add del mod">
          <ac:chgData name="shshinde2580@gmail.com" userId="86fdf0c531315612" providerId="LiveId" clId="{80EF1F59-5901-4077-BC9B-DA299863282D}" dt="2025-10-14T06:36:35.322" v="782" actId="21"/>
          <ac:spMkLst>
            <pc:docMk/>
            <pc:sldMk cId="143665756" sldId="258"/>
            <ac:spMk id="10" creationId="{5FE61390-557D-679B-D33A-BE7BD8F3F98E}"/>
          </ac:spMkLst>
        </pc:spChg>
        <pc:spChg chg="add del mod">
          <ac:chgData name="shshinde2580@gmail.com" userId="86fdf0c531315612" providerId="LiveId" clId="{80EF1F59-5901-4077-BC9B-DA299863282D}" dt="2025-10-14T06:36:54.715" v="784" actId="21"/>
          <ac:spMkLst>
            <pc:docMk/>
            <pc:sldMk cId="143665756" sldId="258"/>
            <ac:spMk id="11" creationId="{042DC5F6-8B24-92CC-5DBA-D77150AA63C5}"/>
          </ac:spMkLst>
        </pc:spChg>
        <pc:spChg chg="add del mod">
          <ac:chgData name="shshinde2580@gmail.com" userId="86fdf0c531315612" providerId="LiveId" clId="{80EF1F59-5901-4077-BC9B-DA299863282D}" dt="2025-10-14T06:36:54.715" v="784" actId="21"/>
          <ac:spMkLst>
            <pc:docMk/>
            <pc:sldMk cId="143665756" sldId="258"/>
            <ac:spMk id="12" creationId="{7B62A157-0FC3-52D1-BE8E-F56D2C691C19}"/>
          </ac:spMkLst>
        </pc:spChg>
        <pc:spChg chg="add del mod">
          <ac:chgData name="shshinde2580@gmail.com" userId="86fdf0c531315612" providerId="LiveId" clId="{80EF1F59-5901-4077-BC9B-DA299863282D}" dt="2025-10-14T06:36:54.715" v="784" actId="21"/>
          <ac:spMkLst>
            <pc:docMk/>
            <pc:sldMk cId="143665756" sldId="258"/>
            <ac:spMk id="13" creationId="{89AC352A-FB74-581A-CA07-7E5F52A46607}"/>
          </ac:spMkLst>
        </pc:spChg>
        <pc:spChg chg="add mod">
          <ac:chgData name="shshinde2580@gmail.com" userId="86fdf0c531315612" providerId="LiveId" clId="{80EF1F59-5901-4077-BC9B-DA299863282D}" dt="2025-10-14T06:30:43.261" v="495" actId="1076"/>
          <ac:spMkLst>
            <pc:docMk/>
            <pc:sldMk cId="143665756" sldId="258"/>
            <ac:spMk id="14" creationId="{67C83389-3433-E75A-D0C2-C05B01073911}"/>
          </ac:spMkLst>
        </pc:spChg>
        <pc:spChg chg="add del mod">
          <ac:chgData name="shshinde2580@gmail.com" userId="86fdf0c531315612" providerId="LiveId" clId="{80EF1F59-5901-4077-BC9B-DA299863282D}" dt="2025-10-14T06:36:54.715" v="784" actId="21"/>
          <ac:spMkLst>
            <pc:docMk/>
            <pc:sldMk cId="143665756" sldId="258"/>
            <ac:spMk id="15" creationId="{FC41D110-0E67-62DB-A5AD-DF61D3C0DF5E}"/>
          </ac:spMkLst>
        </pc:spChg>
        <pc:spChg chg="add mod">
          <ac:chgData name="shshinde2580@gmail.com" userId="86fdf0c531315612" providerId="LiveId" clId="{80EF1F59-5901-4077-BC9B-DA299863282D}" dt="2025-10-14T06:30:31.880" v="493" actId="1076"/>
          <ac:spMkLst>
            <pc:docMk/>
            <pc:sldMk cId="143665756" sldId="258"/>
            <ac:spMk id="16" creationId="{87962E9F-6980-8FD3-500E-FA40DA93E286}"/>
          </ac:spMkLst>
        </pc:spChg>
        <pc:spChg chg="add mod">
          <ac:chgData name="shshinde2580@gmail.com" userId="86fdf0c531315612" providerId="LiveId" clId="{80EF1F59-5901-4077-BC9B-DA299863282D}" dt="2025-10-14T06:30:36.285" v="494" actId="1076"/>
          <ac:spMkLst>
            <pc:docMk/>
            <pc:sldMk cId="143665756" sldId="258"/>
            <ac:spMk id="17" creationId="{4310FEFB-BF38-C146-7E81-9A603A1FFB9B}"/>
          </ac:spMkLst>
        </pc:spChg>
        <pc:spChg chg="add del mod">
          <ac:chgData name="shshinde2580@gmail.com" userId="86fdf0c531315612" providerId="LiveId" clId="{80EF1F59-5901-4077-BC9B-DA299863282D}" dt="2025-10-14T06:41:34.666" v="895" actId="313"/>
          <ac:spMkLst>
            <pc:docMk/>
            <pc:sldMk cId="143665756" sldId="258"/>
            <ac:spMk id="18" creationId="{860D3DFD-1186-00F8-7F43-898C5E49517E}"/>
          </ac:spMkLst>
        </pc:spChg>
        <pc:spChg chg="add del mod">
          <ac:chgData name="shshinde2580@gmail.com" userId="86fdf0c531315612" providerId="LiveId" clId="{80EF1F59-5901-4077-BC9B-DA299863282D}" dt="2025-10-14T06:36:32.859" v="781" actId="21"/>
          <ac:spMkLst>
            <pc:docMk/>
            <pc:sldMk cId="143665756" sldId="258"/>
            <ac:spMk id="19" creationId="{02DB20CC-6D08-F4FB-55CC-31C6D8190B5E}"/>
          </ac:spMkLst>
        </pc:spChg>
        <pc:picChg chg="add mod">
          <ac:chgData name="shshinde2580@gmail.com" userId="86fdf0c531315612" providerId="LiveId" clId="{80EF1F59-5901-4077-BC9B-DA299863282D}" dt="2025-10-14T06:37:35.315" v="793" actId="1076"/>
          <ac:picMkLst>
            <pc:docMk/>
            <pc:sldMk cId="143665756" sldId="258"/>
            <ac:picMk id="1026" creationId="{4F4F9105-3DE8-5219-5D70-E8053BD5343F}"/>
          </ac:picMkLst>
        </pc:picChg>
      </pc:sldChg>
      <pc:sldChg chg="addSp delSp modSp mod">
        <pc:chgData name="shshinde2580@gmail.com" userId="86fdf0c531315612" providerId="LiveId" clId="{80EF1F59-5901-4077-BC9B-DA299863282D}" dt="2025-10-14T07:13:46.216" v="1751" actId="5793"/>
        <pc:sldMkLst>
          <pc:docMk/>
          <pc:sldMk cId="539558252" sldId="259"/>
        </pc:sldMkLst>
        <pc:spChg chg="add del mod">
          <ac:chgData name="shshinde2580@gmail.com" userId="86fdf0c531315612" providerId="LiveId" clId="{80EF1F59-5901-4077-BC9B-DA299863282D}" dt="2025-10-14T06:47:13.995" v="1055" actId="21"/>
          <ac:spMkLst>
            <pc:docMk/>
            <pc:sldMk cId="539558252" sldId="259"/>
            <ac:spMk id="2" creationId="{258615AD-CEB7-D009-D4A2-6BEAE11F67DD}"/>
          </ac:spMkLst>
        </pc:spChg>
        <pc:spChg chg="add mod">
          <ac:chgData name="shshinde2580@gmail.com" userId="86fdf0c531315612" providerId="LiveId" clId="{80EF1F59-5901-4077-BC9B-DA299863282D}" dt="2025-10-14T06:48:07.685" v="1076" actId="14100"/>
          <ac:spMkLst>
            <pc:docMk/>
            <pc:sldMk cId="539558252" sldId="259"/>
            <ac:spMk id="3" creationId="{B8835CC4-6719-2194-9512-8B5948FFB608}"/>
          </ac:spMkLst>
        </pc:spChg>
        <pc:spChg chg="add mod">
          <ac:chgData name="shshinde2580@gmail.com" userId="86fdf0c531315612" providerId="LiveId" clId="{80EF1F59-5901-4077-BC9B-DA299863282D}" dt="2025-10-14T06:49:35.681" v="1102" actId="20577"/>
          <ac:spMkLst>
            <pc:docMk/>
            <pc:sldMk cId="539558252" sldId="259"/>
            <ac:spMk id="4" creationId="{A77BFF0E-C2A5-02D0-D683-3D90BC0090DE}"/>
          </ac:spMkLst>
        </pc:spChg>
        <pc:spChg chg="add mod">
          <ac:chgData name="shshinde2580@gmail.com" userId="86fdf0c531315612" providerId="LiveId" clId="{80EF1F59-5901-4077-BC9B-DA299863282D}" dt="2025-10-14T06:50:19.513" v="1146" actId="20577"/>
          <ac:spMkLst>
            <pc:docMk/>
            <pc:sldMk cId="539558252" sldId="259"/>
            <ac:spMk id="5" creationId="{1CDCD46C-E862-9FAE-1A2E-C2C2DC745B35}"/>
          </ac:spMkLst>
        </pc:spChg>
        <pc:spChg chg="add mod">
          <ac:chgData name="shshinde2580@gmail.com" userId="86fdf0c531315612" providerId="LiveId" clId="{80EF1F59-5901-4077-BC9B-DA299863282D}" dt="2025-10-14T06:50:11.281" v="1137" actId="20577"/>
          <ac:spMkLst>
            <pc:docMk/>
            <pc:sldMk cId="539558252" sldId="259"/>
            <ac:spMk id="6" creationId="{055A9227-9EAA-E1D9-42EA-05EDA18E7A05}"/>
          </ac:spMkLst>
        </pc:spChg>
        <pc:spChg chg="add mod">
          <ac:chgData name="shshinde2580@gmail.com" userId="86fdf0c531315612" providerId="LiveId" clId="{80EF1F59-5901-4077-BC9B-DA299863282D}" dt="2025-10-14T06:49:59.687" v="1127" actId="20577"/>
          <ac:spMkLst>
            <pc:docMk/>
            <pc:sldMk cId="539558252" sldId="259"/>
            <ac:spMk id="7" creationId="{2AE5F0BF-2F3D-0490-1607-666966D708C9}"/>
          </ac:spMkLst>
        </pc:spChg>
        <pc:spChg chg="add mod">
          <ac:chgData name="shshinde2580@gmail.com" userId="86fdf0c531315612" providerId="LiveId" clId="{80EF1F59-5901-4077-BC9B-DA299863282D}" dt="2025-10-14T06:49:51.370" v="1117" actId="20577"/>
          <ac:spMkLst>
            <pc:docMk/>
            <pc:sldMk cId="539558252" sldId="259"/>
            <ac:spMk id="8" creationId="{9F4CD4E9-B009-EEBF-747C-F76A4AD9E633}"/>
          </ac:spMkLst>
        </pc:spChg>
        <pc:spChg chg="add mod">
          <ac:chgData name="shshinde2580@gmail.com" userId="86fdf0c531315612" providerId="LiveId" clId="{80EF1F59-5901-4077-BC9B-DA299863282D}" dt="2025-10-14T06:49:41.999" v="1108" actId="20577"/>
          <ac:spMkLst>
            <pc:docMk/>
            <pc:sldMk cId="539558252" sldId="259"/>
            <ac:spMk id="9" creationId="{2F458FCD-0089-59C3-3FA9-40F8A4FE782C}"/>
          </ac:spMkLst>
        </pc:spChg>
        <pc:spChg chg="add mod">
          <ac:chgData name="shshinde2580@gmail.com" userId="86fdf0c531315612" providerId="LiveId" clId="{80EF1F59-5901-4077-BC9B-DA299863282D}" dt="2025-10-14T06:50:43.663" v="1153" actId="20577"/>
          <ac:spMkLst>
            <pc:docMk/>
            <pc:sldMk cId="539558252" sldId="259"/>
            <ac:spMk id="10" creationId="{1FC4BBE8-3858-08E3-28BF-A9BEF26D20E5}"/>
          </ac:spMkLst>
        </pc:spChg>
        <pc:spChg chg="add del mod">
          <ac:chgData name="shshinde2580@gmail.com" userId="86fdf0c531315612" providerId="LiveId" clId="{80EF1F59-5901-4077-BC9B-DA299863282D}" dt="2025-10-14T06:52:50.489" v="1192" actId="21"/>
          <ac:spMkLst>
            <pc:docMk/>
            <pc:sldMk cId="539558252" sldId="259"/>
            <ac:spMk id="11" creationId="{72120E1B-232F-AE67-D802-610369AC3FEB}"/>
          </ac:spMkLst>
        </pc:spChg>
        <pc:spChg chg="add del mod">
          <ac:chgData name="shshinde2580@gmail.com" userId="86fdf0c531315612" providerId="LiveId" clId="{80EF1F59-5901-4077-BC9B-DA299863282D}" dt="2025-10-14T06:53:00.502" v="1193" actId="21"/>
          <ac:spMkLst>
            <pc:docMk/>
            <pc:sldMk cId="539558252" sldId="259"/>
            <ac:spMk id="12" creationId="{AC70217C-54F7-680B-7D32-AD32BBC654FF}"/>
          </ac:spMkLst>
        </pc:spChg>
        <pc:spChg chg="add del mod">
          <ac:chgData name="shshinde2580@gmail.com" userId="86fdf0c531315612" providerId="LiveId" clId="{80EF1F59-5901-4077-BC9B-DA299863282D}" dt="2025-10-14T06:53:00.502" v="1193" actId="21"/>
          <ac:spMkLst>
            <pc:docMk/>
            <pc:sldMk cId="539558252" sldId="259"/>
            <ac:spMk id="13" creationId="{CC18755D-F0FE-BA8C-CDB5-719265BEB7FF}"/>
          </ac:spMkLst>
        </pc:spChg>
        <pc:spChg chg="add del mod">
          <ac:chgData name="shshinde2580@gmail.com" userId="86fdf0c531315612" providerId="LiveId" clId="{80EF1F59-5901-4077-BC9B-DA299863282D}" dt="2025-10-14T06:53:00.502" v="1193" actId="21"/>
          <ac:spMkLst>
            <pc:docMk/>
            <pc:sldMk cId="539558252" sldId="259"/>
            <ac:spMk id="14" creationId="{9CDEDDB0-7863-C666-0E35-CE879487B9C8}"/>
          </ac:spMkLst>
        </pc:spChg>
        <pc:spChg chg="add del mod">
          <ac:chgData name="shshinde2580@gmail.com" userId="86fdf0c531315612" providerId="LiveId" clId="{80EF1F59-5901-4077-BC9B-DA299863282D}" dt="2025-10-14T06:52:43.694" v="1191" actId="21"/>
          <ac:spMkLst>
            <pc:docMk/>
            <pc:sldMk cId="539558252" sldId="259"/>
            <ac:spMk id="15" creationId="{50C201A7-CE8B-5A0E-2A09-A1FE26C152F1}"/>
          </ac:spMkLst>
        </pc:spChg>
        <pc:spChg chg="add del mod">
          <ac:chgData name="shshinde2580@gmail.com" userId="86fdf0c531315612" providerId="LiveId" clId="{80EF1F59-5901-4077-BC9B-DA299863282D}" dt="2025-10-14T06:52:43.694" v="1191" actId="21"/>
          <ac:spMkLst>
            <pc:docMk/>
            <pc:sldMk cId="539558252" sldId="259"/>
            <ac:spMk id="16" creationId="{0C770AB1-2D22-9C87-F6FE-5FE4E9637790}"/>
          </ac:spMkLst>
        </pc:spChg>
        <pc:spChg chg="add del mod">
          <ac:chgData name="shshinde2580@gmail.com" userId="86fdf0c531315612" providerId="LiveId" clId="{80EF1F59-5901-4077-BC9B-DA299863282D}" dt="2025-10-14T06:52:43.694" v="1191" actId="21"/>
          <ac:spMkLst>
            <pc:docMk/>
            <pc:sldMk cId="539558252" sldId="259"/>
            <ac:spMk id="17" creationId="{7A027E1E-7063-2FA6-38C5-EE393A00FB73}"/>
          </ac:spMkLst>
        </pc:spChg>
        <pc:spChg chg="add mod">
          <ac:chgData name="shshinde2580@gmail.com" userId="86fdf0c531315612" providerId="LiveId" clId="{80EF1F59-5901-4077-BC9B-DA299863282D}" dt="2025-10-14T06:53:57.659" v="1212" actId="14100"/>
          <ac:spMkLst>
            <pc:docMk/>
            <pc:sldMk cId="539558252" sldId="259"/>
            <ac:spMk id="18" creationId="{B2F4E72E-2422-4109-A71A-2E9DCFBE3096}"/>
          </ac:spMkLst>
        </pc:spChg>
        <pc:spChg chg="add mod">
          <ac:chgData name="shshinde2580@gmail.com" userId="86fdf0c531315612" providerId="LiveId" clId="{80EF1F59-5901-4077-BC9B-DA299863282D}" dt="2025-10-14T06:53:51.323" v="1211" actId="1076"/>
          <ac:spMkLst>
            <pc:docMk/>
            <pc:sldMk cId="539558252" sldId="259"/>
            <ac:spMk id="19" creationId="{8DFE9885-B074-930C-DB16-00565EEF477E}"/>
          </ac:spMkLst>
        </pc:spChg>
        <pc:spChg chg="add mod">
          <ac:chgData name="shshinde2580@gmail.com" userId="86fdf0c531315612" providerId="LiveId" clId="{80EF1F59-5901-4077-BC9B-DA299863282D}" dt="2025-10-14T06:53:24.631" v="1203" actId="20577"/>
          <ac:spMkLst>
            <pc:docMk/>
            <pc:sldMk cId="539558252" sldId="259"/>
            <ac:spMk id="20" creationId="{EB4F566B-334C-434E-F831-35EFD05FDC91}"/>
          </ac:spMkLst>
        </pc:spChg>
        <pc:spChg chg="add mod">
          <ac:chgData name="shshinde2580@gmail.com" userId="86fdf0c531315612" providerId="LiveId" clId="{80EF1F59-5901-4077-BC9B-DA299863282D}" dt="2025-10-14T06:53:29.571" v="1207" actId="20577"/>
          <ac:spMkLst>
            <pc:docMk/>
            <pc:sldMk cId="539558252" sldId="259"/>
            <ac:spMk id="21" creationId="{16146305-9706-FD97-B5A4-68FAB5D9B601}"/>
          </ac:spMkLst>
        </pc:spChg>
        <pc:spChg chg="add mod">
          <ac:chgData name="shshinde2580@gmail.com" userId="86fdf0c531315612" providerId="LiveId" clId="{80EF1F59-5901-4077-BC9B-DA299863282D}" dt="2025-10-14T06:53:33.599" v="1209" actId="20577"/>
          <ac:spMkLst>
            <pc:docMk/>
            <pc:sldMk cId="539558252" sldId="259"/>
            <ac:spMk id="22" creationId="{48E2813D-1787-CB84-A60F-03B8B022962B}"/>
          </ac:spMkLst>
        </pc:spChg>
        <pc:spChg chg="add del mod">
          <ac:chgData name="shshinde2580@gmail.com" userId="86fdf0c531315612" providerId="LiveId" clId="{80EF1F59-5901-4077-BC9B-DA299863282D}" dt="2025-10-14T06:52:36.140" v="1190" actId="21"/>
          <ac:spMkLst>
            <pc:docMk/>
            <pc:sldMk cId="539558252" sldId="259"/>
            <ac:spMk id="23" creationId="{ABBDC3D7-6B93-FD42-384E-1DA11A20E1A4}"/>
          </ac:spMkLst>
        </pc:spChg>
        <pc:spChg chg="add mod">
          <ac:chgData name="shshinde2580@gmail.com" userId="86fdf0c531315612" providerId="LiveId" clId="{80EF1F59-5901-4077-BC9B-DA299863282D}" dt="2025-10-14T06:53:11.003" v="1197" actId="20577"/>
          <ac:spMkLst>
            <pc:docMk/>
            <pc:sldMk cId="539558252" sldId="259"/>
            <ac:spMk id="24" creationId="{1E8FBD9A-B532-DDB8-0217-91D7741B5C04}"/>
          </ac:spMkLst>
        </pc:spChg>
        <pc:spChg chg="add mod">
          <ac:chgData name="shshinde2580@gmail.com" userId="86fdf0c531315612" providerId="LiveId" clId="{80EF1F59-5901-4077-BC9B-DA299863282D}" dt="2025-10-14T06:53:44.511" v="1210" actId="1076"/>
          <ac:spMkLst>
            <pc:docMk/>
            <pc:sldMk cId="539558252" sldId="259"/>
            <ac:spMk id="25" creationId="{4F77F98B-E380-8476-13F9-679449EC3119}"/>
          </ac:spMkLst>
        </pc:spChg>
        <pc:spChg chg="add mod">
          <ac:chgData name="shshinde2580@gmail.com" userId="86fdf0c531315612" providerId="LiveId" clId="{80EF1F59-5901-4077-BC9B-DA299863282D}" dt="2025-10-14T06:53:14.993" v="1199" actId="20577"/>
          <ac:spMkLst>
            <pc:docMk/>
            <pc:sldMk cId="539558252" sldId="259"/>
            <ac:spMk id="26" creationId="{83126F8E-EC13-FF1C-9D6B-965A3F1517ED}"/>
          </ac:spMkLst>
        </pc:spChg>
        <pc:spChg chg="add del">
          <ac:chgData name="shshinde2580@gmail.com" userId="86fdf0c531315612" providerId="LiveId" clId="{80EF1F59-5901-4077-BC9B-DA299863282D}" dt="2025-10-14T06:54:37.321" v="1214" actId="478"/>
          <ac:spMkLst>
            <pc:docMk/>
            <pc:sldMk cId="539558252" sldId="259"/>
            <ac:spMk id="27" creationId="{B6334155-9E1B-1575-B2D9-69386B395134}"/>
          </ac:spMkLst>
        </pc:spChg>
        <pc:spChg chg="add mod">
          <ac:chgData name="shshinde2580@gmail.com" userId="86fdf0c531315612" providerId="LiveId" clId="{80EF1F59-5901-4077-BC9B-DA299863282D}" dt="2025-10-14T06:55:28.371" v="1221" actId="13822"/>
          <ac:spMkLst>
            <pc:docMk/>
            <pc:sldMk cId="539558252" sldId="259"/>
            <ac:spMk id="28" creationId="{05190DA7-BDA5-C688-914E-2ED5688EB666}"/>
          </ac:spMkLst>
        </pc:spChg>
        <pc:spChg chg="add mod">
          <ac:chgData name="shshinde2580@gmail.com" userId="86fdf0c531315612" providerId="LiveId" clId="{80EF1F59-5901-4077-BC9B-DA299863282D}" dt="2025-10-14T06:55:45.044" v="1223" actId="1076"/>
          <ac:spMkLst>
            <pc:docMk/>
            <pc:sldMk cId="539558252" sldId="259"/>
            <ac:spMk id="29" creationId="{FB387C79-41CE-99B1-2E68-030642DA2721}"/>
          </ac:spMkLst>
        </pc:spChg>
        <pc:spChg chg="add del mod">
          <ac:chgData name="shshinde2580@gmail.com" userId="86fdf0c531315612" providerId="LiveId" clId="{80EF1F59-5901-4077-BC9B-DA299863282D}" dt="2025-10-14T07:13:46.216" v="1751" actId="5793"/>
          <ac:spMkLst>
            <pc:docMk/>
            <pc:sldMk cId="539558252" sldId="259"/>
            <ac:spMk id="31" creationId="{9962B1D2-572D-4089-69DF-1B7A3EC34F9D}"/>
          </ac:spMkLst>
        </pc:spChg>
        <pc:spChg chg="add mod">
          <ac:chgData name="shshinde2580@gmail.com" userId="86fdf0c531315612" providerId="LiveId" clId="{80EF1F59-5901-4077-BC9B-DA299863282D}" dt="2025-10-14T06:57:30.011" v="1286" actId="1076"/>
          <ac:spMkLst>
            <pc:docMk/>
            <pc:sldMk cId="539558252" sldId="259"/>
            <ac:spMk id="32" creationId="{C29F8567-D030-7547-3296-03694400BF88}"/>
          </ac:spMkLst>
        </pc:spChg>
        <pc:spChg chg="add mod">
          <ac:chgData name="shshinde2580@gmail.com" userId="86fdf0c531315612" providerId="LiveId" clId="{80EF1F59-5901-4077-BC9B-DA299863282D}" dt="2025-10-14T06:57:59.010" v="1300" actId="20577"/>
          <ac:spMkLst>
            <pc:docMk/>
            <pc:sldMk cId="539558252" sldId="259"/>
            <ac:spMk id="33" creationId="{0B48F552-B5E6-EBEB-2C34-5BDC18508B63}"/>
          </ac:spMkLst>
        </pc:spChg>
      </pc:sldChg>
      <pc:sldChg chg="addSp delSp modSp mod">
        <pc:chgData name="shshinde2580@gmail.com" userId="86fdf0c531315612" providerId="LiveId" clId="{80EF1F59-5901-4077-BC9B-DA299863282D}" dt="2025-10-14T07:31:53.276" v="1935" actId="20577"/>
        <pc:sldMkLst>
          <pc:docMk/>
          <pc:sldMk cId="2648503077" sldId="260"/>
        </pc:sldMkLst>
        <pc:spChg chg="add mod">
          <ac:chgData name="shshinde2580@gmail.com" userId="86fdf0c531315612" providerId="LiveId" clId="{80EF1F59-5901-4077-BC9B-DA299863282D}" dt="2025-10-14T07:31:53.276" v="1935" actId="20577"/>
          <ac:spMkLst>
            <pc:docMk/>
            <pc:sldMk cId="2648503077" sldId="260"/>
            <ac:spMk id="5" creationId="{FC617171-BCA6-708E-087C-5393CB3D8ECD}"/>
          </ac:spMkLst>
        </pc:spChg>
        <pc:graphicFrameChg chg="add del mod modGraphic">
          <ac:chgData name="shshinde2580@gmail.com" userId="86fdf0c531315612" providerId="LiveId" clId="{80EF1F59-5901-4077-BC9B-DA299863282D}" dt="2025-10-14T07:18:26.319" v="1876" actId="21"/>
          <ac:graphicFrameMkLst>
            <pc:docMk/>
            <pc:sldMk cId="2648503077" sldId="260"/>
            <ac:graphicFrameMk id="2" creationId="{75E863EC-DAAD-F1BF-55AF-E06E2DC4E6A3}"/>
          </ac:graphicFrameMkLst>
        </pc:graphicFrameChg>
        <pc:graphicFrameChg chg="add mod modGraphic">
          <ac:chgData name="shshinde2580@gmail.com" userId="86fdf0c531315612" providerId="LiveId" clId="{80EF1F59-5901-4077-BC9B-DA299863282D}" dt="2025-10-14T07:31:01.632" v="1923" actId="1076"/>
          <ac:graphicFrameMkLst>
            <pc:docMk/>
            <pc:sldMk cId="2648503077" sldId="260"/>
            <ac:graphicFrameMk id="3" creationId="{86EBF771-9A8D-2DFF-9DBD-053F7AADFB5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0D674-F406-441F-AC76-AD5BF327F0E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2AC40-2010-4836-A48E-2878B8995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881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2AC40-2010-4836-A48E-2878B899506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293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52AC40-2010-4836-A48E-2878B899506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734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834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2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46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83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37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30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81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12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265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9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0512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630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2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758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83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84E02-69F8-4B27-99B1-603EB0D9A41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7BB9177-7E58-4F9C-9A30-ABBD4E47D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319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29E6-F77A-F4C9-1AC3-BBDBAC364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2605849"/>
            <a:ext cx="9660834" cy="1646302"/>
          </a:xfrm>
        </p:spPr>
        <p:txBody>
          <a:bodyPr/>
          <a:lstStyle/>
          <a:p>
            <a:pPr algn="ctr"/>
            <a:r>
              <a:rPr lang="en-IN" dirty="0"/>
              <a:t>Timer, Interrupts, Serial and Parallel communication </a:t>
            </a:r>
          </a:p>
        </p:txBody>
      </p:sp>
    </p:spTree>
    <p:extLst>
      <p:ext uri="{BB962C8B-B14F-4D97-AF65-F5344CB8AC3E}">
        <p14:creationId xmlns:p14="http://schemas.microsoft.com/office/powerpoint/2010/main" val="56540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3D6A91-5E0A-D94F-2FE2-F57183C53C20}"/>
              </a:ext>
            </a:extLst>
          </p:cNvPr>
          <p:cNvSpPr txBox="1"/>
          <p:nvPr/>
        </p:nvSpPr>
        <p:spPr>
          <a:xfrm>
            <a:off x="844825" y="173791"/>
            <a:ext cx="846813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3.1 8051 Timer/Counter: Logic and Modes, Programming of 8051 timer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8051 has two independent 16 bit up counter timers name 0 and timer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8051 has two timer / counter which can be used as: Timer to generate a time generate a time delay ; and a counter to count events happening outside the microcontroller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Tomer 0 (T0) and timer 1 (T1)</a:t>
            </a:r>
            <a:r>
              <a:rPr lang="en-IN" dirty="0"/>
              <a:t> which act as counter and timer also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timers are 16 bit wide and each can act as separate 8 bit register and divided as high and low byte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ctr"/>
            <a:r>
              <a:rPr lang="en-US" dirty="0"/>
              <a:t>16 bit 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	</a:t>
            </a:r>
          </a:p>
          <a:p>
            <a:endParaRPr lang="en-IN" dirty="0"/>
          </a:p>
          <a:p>
            <a:r>
              <a:rPr lang="en-IN" dirty="0"/>
              <a:t>                            TH 8 byte                                         TL 8 byte </a:t>
            </a:r>
          </a:p>
          <a:p>
            <a:r>
              <a:rPr lang="en-IN" dirty="0"/>
              <a:t>                          (Higher byte)                                    (Low byte )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8051 counter always count up i.e. it count in the incremental order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Each counter has 16 bit count register in the special function register area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57AE98-B525-230B-3B4A-8F9D2075BBE5}"/>
              </a:ext>
            </a:extLst>
          </p:cNvPr>
          <p:cNvCxnSpPr/>
          <p:nvPr/>
        </p:nvCxnSpPr>
        <p:spPr>
          <a:xfrm>
            <a:off x="5047129" y="3200400"/>
            <a:ext cx="0" cy="2958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9C9E20-408D-2C71-E047-2FB5ADC00AE5}"/>
              </a:ext>
            </a:extLst>
          </p:cNvPr>
          <p:cNvCxnSpPr>
            <a:cxnSpLocks/>
          </p:cNvCxnSpPr>
          <p:nvPr/>
        </p:nvCxnSpPr>
        <p:spPr>
          <a:xfrm>
            <a:off x="3299012" y="3496235"/>
            <a:ext cx="36307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C8422A-5E21-F556-342F-429D59031F5A}"/>
              </a:ext>
            </a:extLst>
          </p:cNvPr>
          <p:cNvCxnSpPr>
            <a:cxnSpLocks/>
          </p:cNvCxnSpPr>
          <p:nvPr/>
        </p:nvCxnSpPr>
        <p:spPr>
          <a:xfrm>
            <a:off x="3299012" y="3496235"/>
            <a:ext cx="0" cy="573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DB5BEA-78AA-DB2B-3722-3EF1642E82C6}"/>
              </a:ext>
            </a:extLst>
          </p:cNvPr>
          <p:cNvCxnSpPr>
            <a:cxnSpLocks/>
          </p:cNvCxnSpPr>
          <p:nvPr/>
        </p:nvCxnSpPr>
        <p:spPr>
          <a:xfrm>
            <a:off x="6929718" y="3496235"/>
            <a:ext cx="0" cy="573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95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F0385-713A-95D4-1BB8-8AF384A3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60D3DFD-1186-00F8-7F43-898C5E49517E}"/>
              </a:ext>
            </a:extLst>
          </p:cNvPr>
          <p:cNvSpPr txBox="1"/>
          <p:nvPr/>
        </p:nvSpPr>
        <p:spPr>
          <a:xfrm>
            <a:off x="566527" y="2957463"/>
            <a:ext cx="84681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The Timer special function registers (SFRS) associated with /counter in 8051 include </a:t>
            </a:r>
          </a:p>
          <a:p>
            <a:r>
              <a:rPr lang="en-US" b="1" dirty="0"/>
              <a:t>1] </a:t>
            </a:r>
            <a:r>
              <a:rPr lang="en-IN" b="1" dirty="0"/>
              <a:t>Timer o Registers: </a:t>
            </a:r>
          </a:p>
          <a:p>
            <a:endParaRPr lang="en-IN" b="1" dirty="0"/>
          </a:p>
          <a:p>
            <a:r>
              <a:rPr lang="en-IN" dirty="0"/>
              <a:t>1] TMOD (Timer Mode): Used to set the operating mode of Timer 0. It specifies whether timer o operates as a 16-bit timer or as two separate 8 -bit timers.</a:t>
            </a:r>
          </a:p>
          <a:p>
            <a:r>
              <a:rPr lang="en-IN" dirty="0"/>
              <a:t> </a:t>
            </a:r>
          </a:p>
          <a:p>
            <a:r>
              <a:rPr lang="en-IN" b="1" dirty="0"/>
              <a:t>2] Timer 1 Registers: </a:t>
            </a:r>
          </a:p>
          <a:p>
            <a:endParaRPr lang="en-IN" dirty="0"/>
          </a:p>
          <a:p>
            <a:r>
              <a:rPr lang="en-IN" dirty="0"/>
              <a:t>1] TMOD (Timer Mode): similar to Timer O, also configures the operating mode of Timer 1.</a:t>
            </a:r>
            <a:endParaRPr lang="en-IN" b="1" dirty="0"/>
          </a:p>
        </p:txBody>
      </p:sp>
      <p:pic>
        <p:nvPicPr>
          <p:cNvPr id="1026" name="Picture 2" descr="8051 8051 Timers | 8051">
            <a:extLst>
              <a:ext uri="{FF2B5EF4-FFF2-40B4-BE49-F238E27FC236}">
                <a16:creationId xmlns:a16="http://schemas.microsoft.com/office/drawing/2014/main" id="{4F4F9105-3DE8-5219-5D70-E8053BD53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47" y="142596"/>
            <a:ext cx="853440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6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DACE-D7B2-EE40-4B27-25052FE7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835CC4-6719-2194-9512-8B5948FFB608}"/>
              </a:ext>
            </a:extLst>
          </p:cNvPr>
          <p:cNvSpPr/>
          <p:nvPr/>
        </p:nvSpPr>
        <p:spPr>
          <a:xfrm>
            <a:off x="1120589" y="528918"/>
            <a:ext cx="824753" cy="3227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Gate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BFF0E-C2A5-02D0-D683-3D90BC0090DE}"/>
              </a:ext>
            </a:extLst>
          </p:cNvPr>
          <p:cNvSpPr/>
          <p:nvPr/>
        </p:nvSpPr>
        <p:spPr>
          <a:xfrm>
            <a:off x="1945342" y="528917"/>
            <a:ext cx="824753" cy="3227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C1/T1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DCD46C-E862-9FAE-1A2E-C2C2DC745B35}"/>
              </a:ext>
            </a:extLst>
          </p:cNvPr>
          <p:cNvSpPr/>
          <p:nvPr/>
        </p:nvSpPr>
        <p:spPr>
          <a:xfrm>
            <a:off x="6069107" y="528917"/>
            <a:ext cx="824753" cy="3227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M1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A9227-9EAA-E1D9-42EA-05EDA18E7A05}"/>
              </a:ext>
            </a:extLst>
          </p:cNvPr>
          <p:cNvSpPr/>
          <p:nvPr/>
        </p:nvSpPr>
        <p:spPr>
          <a:xfrm>
            <a:off x="5244354" y="528917"/>
            <a:ext cx="824753" cy="3227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C0/T0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E5F0BF-2F3D-0490-1607-666966D708C9}"/>
              </a:ext>
            </a:extLst>
          </p:cNvPr>
          <p:cNvSpPr/>
          <p:nvPr/>
        </p:nvSpPr>
        <p:spPr>
          <a:xfrm>
            <a:off x="4419601" y="528917"/>
            <a:ext cx="824753" cy="3227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Gate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4CD4E9-B009-EEBF-747C-F76A4AD9E633}"/>
              </a:ext>
            </a:extLst>
          </p:cNvPr>
          <p:cNvSpPr/>
          <p:nvPr/>
        </p:nvSpPr>
        <p:spPr>
          <a:xfrm>
            <a:off x="3594848" y="528917"/>
            <a:ext cx="824753" cy="3227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M0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458FCD-0089-59C3-3FA9-40F8A4FE782C}"/>
              </a:ext>
            </a:extLst>
          </p:cNvPr>
          <p:cNvSpPr/>
          <p:nvPr/>
        </p:nvSpPr>
        <p:spPr>
          <a:xfrm>
            <a:off x="2770095" y="528917"/>
            <a:ext cx="824753" cy="3227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M1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C4BBE8-3858-08E3-28BF-A9BEF26D20E5}"/>
              </a:ext>
            </a:extLst>
          </p:cNvPr>
          <p:cNvSpPr/>
          <p:nvPr/>
        </p:nvSpPr>
        <p:spPr>
          <a:xfrm>
            <a:off x="6893860" y="528916"/>
            <a:ext cx="824753" cy="3227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M2 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F4E72E-2422-4109-A71A-2E9DCFBE3096}"/>
              </a:ext>
            </a:extLst>
          </p:cNvPr>
          <p:cNvSpPr/>
          <p:nvPr/>
        </p:nvSpPr>
        <p:spPr>
          <a:xfrm>
            <a:off x="1120589" y="161363"/>
            <a:ext cx="824753" cy="2958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D7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FE9885-B074-930C-DB16-00565EEF477E}"/>
              </a:ext>
            </a:extLst>
          </p:cNvPr>
          <p:cNvSpPr/>
          <p:nvPr/>
        </p:nvSpPr>
        <p:spPr>
          <a:xfrm>
            <a:off x="4388225" y="161363"/>
            <a:ext cx="824753" cy="322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D3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4F566B-334C-434E-F831-35EFD05FDC91}"/>
              </a:ext>
            </a:extLst>
          </p:cNvPr>
          <p:cNvSpPr/>
          <p:nvPr/>
        </p:nvSpPr>
        <p:spPr>
          <a:xfrm>
            <a:off x="5172637" y="134470"/>
            <a:ext cx="824753" cy="322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D2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146305-9706-FD97-B5A4-68FAB5D9B601}"/>
              </a:ext>
            </a:extLst>
          </p:cNvPr>
          <p:cNvSpPr/>
          <p:nvPr/>
        </p:nvSpPr>
        <p:spPr>
          <a:xfrm>
            <a:off x="5997390" y="134470"/>
            <a:ext cx="824753" cy="322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D1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E2813D-1787-CB84-A60F-03B8B022962B}"/>
              </a:ext>
            </a:extLst>
          </p:cNvPr>
          <p:cNvSpPr/>
          <p:nvPr/>
        </p:nvSpPr>
        <p:spPr>
          <a:xfrm>
            <a:off x="6938683" y="89644"/>
            <a:ext cx="824753" cy="322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D0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FBD9A-B532-DDB8-0217-91D7741B5C04}"/>
              </a:ext>
            </a:extLst>
          </p:cNvPr>
          <p:cNvSpPr/>
          <p:nvPr/>
        </p:nvSpPr>
        <p:spPr>
          <a:xfrm>
            <a:off x="2747682" y="143435"/>
            <a:ext cx="824753" cy="322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D5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77F98B-E380-8476-13F9-679449EC3119}"/>
              </a:ext>
            </a:extLst>
          </p:cNvPr>
          <p:cNvSpPr/>
          <p:nvPr/>
        </p:nvSpPr>
        <p:spPr>
          <a:xfrm>
            <a:off x="1963270" y="161363"/>
            <a:ext cx="824753" cy="322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D6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126F8E-EC13-FF1C-9D6B-965A3F1517ED}"/>
              </a:ext>
            </a:extLst>
          </p:cNvPr>
          <p:cNvSpPr/>
          <p:nvPr/>
        </p:nvSpPr>
        <p:spPr>
          <a:xfrm>
            <a:off x="3576918" y="161363"/>
            <a:ext cx="824753" cy="322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D4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05190DA7-BDA5-C688-914E-2ED5688EB666}"/>
              </a:ext>
            </a:extLst>
          </p:cNvPr>
          <p:cNvSpPr/>
          <p:nvPr/>
        </p:nvSpPr>
        <p:spPr>
          <a:xfrm rot="16200000">
            <a:off x="2384614" y="-147921"/>
            <a:ext cx="941294" cy="3065933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FB387C79-41CE-99B1-2E68-030642DA2721}"/>
              </a:ext>
            </a:extLst>
          </p:cNvPr>
          <p:cNvSpPr/>
          <p:nvPr/>
        </p:nvSpPr>
        <p:spPr>
          <a:xfrm rot="16200000">
            <a:off x="5625353" y="-138955"/>
            <a:ext cx="941294" cy="3065933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62B1D2-572D-4089-69DF-1B7A3EC34F9D}"/>
              </a:ext>
            </a:extLst>
          </p:cNvPr>
          <p:cNvSpPr txBox="1"/>
          <p:nvPr/>
        </p:nvSpPr>
        <p:spPr>
          <a:xfrm>
            <a:off x="838200" y="2791616"/>
            <a:ext cx="878989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Gate :- This bit is used to start or stop the counter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Start - counter set 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Stop - counter set 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C1 / T1 :- This bit is used to decide whether timer is used as a delay generation or an event counter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Counter  - 1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Counter - 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M1 and M0 :- bit decide the mode of the timer. </a:t>
            </a:r>
          </a:p>
          <a:p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9F8567-D030-7547-3296-03694400BF88}"/>
              </a:ext>
            </a:extLst>
          </p:cNvPr>
          <p:cNvSpPr/>
          <p:nvPr/>
        </p:nvSpPr>
        <p:spPr>
          <a:xfrm>
            <a:off x="1757082" y="1900533"/>
            <a:ext cx="2429436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Timer 1 / Counter 1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48F552-B5E6-EBEB-2C34-5BDC18508B63}"/>
              </a:ext>
            </a:extLst>
          </p:cNvPr>
          <p:cNvSpPr/>
          <p:nvPr/>
        </p:nvSpPr>
        <p:spPr>
          <a:xfrm>
            <a:off x="4921623" y="1900533"/>
            <a:ext cx="2429436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Timer 0 / Counter 0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9558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32B8D-587D-8DD6-29E4-E4FE890D3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EBF771-9A8D-2DFF-9DBD-053F7AADF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135986"/>
              </p:ext>
            </p:extLst>
          </p:nvPr>
        </p:nvGraphicFramePr>
        <p:xfrm>
          <a:off x="978452" y="0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9375">
                  <a:extLst>
                    <a:ext uri="{9D8B030D-6E8A-4147-A177-3AD203B41FA5}">
                      <a16:colId xmlns:a16="http://schemas.microsoft.com/office/drawing/2014/main" val="2500016151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val="121693851"/>
                    </a:ext>
                  </a:extLst>
                </a:gridCol>
                <a:gridCol w="1381539">
                  <a:extLst>
                    <a:ext uri="{9D8B030D-6E8A-4147-A177-3AD203B41FA5}">
                      <a16:colId xmlns:a16="http://schemas.microsoft.com/office/drawing/2014/main" val="1491283203"/>
                    </a:ext>
                  </a:extLst>
                </a:gridCol>
                <a:gridCol w="4613964">
                  <a:extLst>
                    <a:ext uri="{9D8B030D-6E8A-4147-A177-3AD203B41FA5}">
                      <a16:colId xmlns:a16="http://schemas.microsoft.com/office/drawing/2014/main" val="27085882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434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 0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13 bit timer mode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799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Mode 1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16 bit timer mode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028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Mode 2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 bit timer mode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044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Mode 3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 bit timer mode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2819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C617171-BCA6-708E-087C-5393CB3D8ECD}"/>
              </a:ext>
            </a:extLst>
          </p:cNvPr>
          <p:cNvSpPr txBox="1"/>
          <p:nvPr/>
        </p:nvSpPr>
        <p:spPr>
          <a:xfrm>
            <a:off x="858078" y="1854200"/>
            <a:ext cx="836874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Modes: </a:t>
            </a:r>
          </a:p>
          <a:p>
            <a:pPr marL="342900" indent="-342900">
              <a:buAutoNum type="arabicPeriod"/>
            </a:pPr>
            <a:r>
              <a:rPr lang="en-US" dirty="0"/>
              <a:t>Mode-1: (16-bit timer mode) –</a:t>
            </a:r>
          </a:p>
          <a:p>
            <a:r>
              <a:rPr lang="en-US" dirty="0"/>
              <a:t>It is a 16-bit timer therefore it allows valve From 0000 FFFF H to be loaded into the time's register TL and TH. </a:t>
            </a:r>
          </a:p>
          <a:p>
            <a:r>
              <a:rPr lang="en-US" dirty="0"/>
              <a:t>FFFF …… 0001 0000 </a:t>
            </a:r>
          </a:p>
          <a:p>
            <a:endParaRPr lang="en-US" dirty="0"/>
          </a:p>
          <a:p>
            <a:r>
              <a:rPr lang="en-US" dirty="0"/>
              <a:t>2. Mode-0: </a:t>
            </a:r>
          </a:p>
          <a:p>
            <a:r>
              <a:rPr lang="en-US" dirty="0"/>
              <a:t>(13-bit timer mode) Mode o is exactly same as mode1 except that it is a 13-bit timer instead of 16-bit. </a:t>
            </a:r>
          </a:p>
          <a:p>
            <a:endParaRPr lang="en-US" dirty="0"/>
          </a:p>
          <a:p>
            <a:r>
              <a:rPr lang="en-US" dirty="0"/>
              <a:t>3. Mode-2: (Auto related mode) </a:t>
            </a:r>
          </a:p>
          <a:p>
            <a:r>
              <a:rPr lang="en-US" dirty="0"/>
              <a:t>-It is an 8-bit timer mode only value 00 to FFH can be loaded into the timers register TH</a:t>
            </a:r>
          </a:p>
          <a:p>
            <a:r>
              <a:rPr lang="en-US" dirty="0"/>
              <a:t>FF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50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111E8-A1B3-6CE5-F6A5-639F0BE9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E5299F-9B1D-2FCB-D03B-BF7C79F6AB79}"/>
              </a:ext>
            </a:extLst>
          </p:cNvPr>
          <p:cNvSpPr txBox="1"/>
          <p:nvPr/>
        </p:nvSpPr>
        <p:spPr>
          <a:xfrm>
            <a:off x="739869" y="0"/>
            <a:ext cx="878989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02</a:t>
            </a:r>
          </a:p>
          <a:p>
            <a:r>
              <a:rPr lang="en-US" dirty="0"/>
              <a:t>01</a:t>
            </a:r>
          </a:p>
          <a:p>
            <a:r>
              <a:rPr lang="en-US" dirty="0"/>
              <a:t>00</a:t>
            </a: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In mode 2 if Overflow condition is raised then TF is set of  1, TL is relocked automatically with original value kept by the TH register 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r>
              <a:rPr lang="en-IN" dirty="0"/>
              <a:t>4. Mode -3 : (Split timer mode)</a:t>
            </a:r>
          </a:p>
          <a:p>
            <a:pPr marL="285750" indent="-285750">
              <a:buFontTx/>
              <a:buChar char="-"/>
            </a:pPr>
            <a:r>
              <a:rPr lang="en-IN" dirty="0"/>
              <a:t>Timer 0 and 1 may be programmed to be in mode 0,1,2 independently of similar mode for other timer </a:t>
            </a:r>
          </a:p>
          <a:p>
            <a:pPr marL="285750" indent="-285750">
              <a:buFontTx/>
              <a:buChar char="-"/>
            </a:pPr>
            <a:r>
              <a:rPr lang="en-IN" dirty="0"/>
              <a:t>But timers do not operate independently if mode 3 is chosen for  timer 0.</a:t>
            </a:r>
          </a:p>
          <a:p>
            <a:pPr marL="285750" indent="-285750">
              <a:buFontTx/>
              <a:buChar char="-"/>
            </a:pPr>
            <a:r>
              <a:rPr lang="en-IN" dirty="0"/>
              <a:t>Placing timer 1 in mode 3 cause it to counting bit TR 1, and timer 1 flag TF 1 are then used by timer 0.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r>
              <a:rPr lang="en-IN" dirty="0"/>
              <a:t>2) TCON (Timer Control) : It indicates the status of the timers thar whether the  overflow condition id achieved or not </a:t>
            </a:r>
          </a:p>
          <a:p>
            <a:pPr marL="285750" indent="-285750">
              <a:buFontTx/>
              <a:buChar char="-"/>
            </a:pPr>
            <a:r>
              <a:rPr lang="en-IN" dirty="0"/>
              <a:t>Or the control bit is set or not the will be give by the register.</a:t>
            </a:r>
          </a:p>
          <a:p>
            <a:pPr marL="285750" indent="-285750">
              <a:buFontTx/>
              <a:buChar char="-"/>
            </a:pPr>
            <a:r>
              <a:rPr lang="en-IN" dirty="0"/>
              <a:t>It is 8 – bit register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05C3BC8-FF08-BE81-F631-D8E6E25E5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88" y="4801315"/>
            <a:ext cx="8875642" cy="187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76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AAFF2-B010-3F2C-A003-85FE5F2C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AA9D77-13F1-76B4-12C0-2D77496DC81F}"/>
              </a:ext>
            </a:extLst>
          </p:cNvPr>
          <p:cNvSpPr txBox="1"/>
          <p:nvPr/>
        </p:nvSpPr>
        <p:spPr>
          <a:xfrm>
            <a:off x="819382" y="335845"/>
            <a:ext cx="878989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TF 1 and TF0 : Timer 1 and Timer 0 Overflow flag set</a:t>
            </a:r>
          </a:p>
          <a:p>
            <a:pPr marL="285750" indent="-285750">
              <a:buFontTx/>
              <a:buChar char="-"/>
            </a:pPr>
            <a:r>
              <a:rPr lang="en-US" dirty="0"/>
              <a:t>TR 1 and TR 0 : Timer run control bit for start timer or timer 0</a:t>
            </a:r>
          </a:p>
          <a:p>
            <a:pPr marL="285750" indent="-285750">
              <a:buFontTx/>
              <a:buChar char="-"/>
            </a:pPr>
            <a:r>
              <a:rPr lang="en-US" dirty="0"/>
              <a:t>TE 1 and IE 0 : Interrupt edge used for enable external interrupts</a:t>
            </a:r>
          </a:p>
          <a:p>
            <a:pPr marL="285750" indent="-285750">
              <a:buFontTx/>
              <a:buChar char="-"/>
            </a:pPr>
            <a:r>
              <a:rPr lang="en-US" dirty="0"/>
              <a:t>IT 1 and IT 0 : external interrupt control bit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Instructions for start counter : </a:t>
            </a:r>
          </a:p>
          <a:p>
            <a:r>
              <a:rPr lang="en-US" dirty="0"/>
              <a:t>1] SETB TR 0 for timer 0</a:t>
            </a:r>
          </a:p>
          <a:p>
            <a:r>
              <a:rPr lang="en-US" dirty="0"/>
              <a:t>2] SETB TR 1 for timer 1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Instructions for stop counter :</a:t>
            </a:r>
          </a:p>
          <a:p>
            <a:r>
              <a:rPr lang="en-US" dirty="0"/>
              <a:t>1] CLR TR0 for timer 0</a:t>
            </a:r>
          </a:p>
          <a:p>
            <a:r>
              <a:rPr lang="en-US" dirty="0"/>
              <a:t>2] CLR TR1 for timer 1</a:t>
            </a:r>
          </a:p>
          <a:p>
            <a:endParaRPr lang="en-US" dirty="0"/>
          </a:p>
          <a:p>
            <a:r>
              <a:rPr lang="en-US" dirty="0"/>
              <a:t>3.2] 8051 interrupts: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Interrupts:</a:t>
            </a:r>
          </a:p>
          <a:p>
            <a:endParaRPr lang="en-US" dirty="0"/>
          </a:p>
          <a:p>
            <a:r>
              <a:rPr lang="en-US" dirty="0"/>
              <a:t>- Interrupt are the even that temporarily suspend the main program and pass the control to external source and execute their work</a:t>
            </a:r>
          </a:p>
          <a:p>
            <a:r>
              <a:rPr lang="en-US" dirty="0"/>
              <a:t>- It then passes the control to the main program where it had left off . </a:t>
            </a:r>
          </a:p>
          <a:p>
            <a:r>
              <a:rPr lang="en-US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9966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20D49-3ACB-8954-49DF-B63423D2B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D66918-F3AB-3345-F1AA-97F91F461E96}"/>
              </a:ext>
            </a:extLst>
          </p:cNvPr>
          <p:cNvSpPr txBox="1"/>
          <p:nvPr/>
        </p:nvSpPr>
        <p:spPr>
          <a:xfrm>
            <a:off x="819382" y="335845"/>
            <a:ext cx="878989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total five types of internal and external interrupts in 8051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Timer 0 overflow interrupt (TF0)             Internal</a:t>
            </a:r>
          </a:p>
          <a:p>
            <a:pPr marL="342900" indent="-342900">
              <a:buAutoNum type="arabicPeriod"/>
            </a:pPr>
            <a:r>
              <a:rPr lang="en-US" dirty="0"/>
              <a:t>Timer 1 overflow interrupt (TF1)		Interrupts </a:t>
            </a:r>
          </a:p>
          <a:p>
            <a:pPr marL="342900" indent="-342900">
              <a:buAutoNum type="arabicPeriod"/>
            </a:pPr>
            <a:r>
              <a:rPr lang="en-US" dirty="0"/>
              <a:t>External hardware interrupt (INT0)		External</a:t>
            </a:r>
          </a:p>
          <a:p>
            <a:pPr marL="342900" indent="-342900">
              <a:buAutoNum type="arabicPeriod"/>
            </a:pPr>
            <a:r>
              <a:rPr lang="en-US" dirty="0"/>
              <a:t>External hardware interrupt (INT1)		Interrupts</a:t>
            </a:r>
          </a:p>
          <a:p>
            <a:pPr marL="342900" indent="-342900">
              <a:buAutoNum type="arabicPeriod"/>
            </a:pPr>
            <a:r>
              <a:rPr lang="en-US" dirty="0"/>
              <a:t>Serial communication interrupt (RT/TI)             Internal interrupt 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All the interrupt are maskable and vector interrupts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Interrupt source and their vector address :- </a:t>
            </a:r>
          </a:p>
          <a:p>
            <a:endParaRPr lang="en-IN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9CA8128-B786-8AE4-7E6D-B297166AFED6}"/>
              </a:ext>
            </a:extLst>
          </p:cNvPr>
          <p:cNvSpPr/>
          <p:nvPr/>
        </p:nvSpPr>
        <p:spPr>
          <a:xfrm>
            <a:off x="4979504" y="954157"/>
            <a:ext cx="178905" cy="387626"/>
          </a:xfrm>
          <a:prstGeom prst="righ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F4BE6C9D-A5DC-9D18-0A81-CD0ED5C1444D}"/>
              </a:ext>
            </a:extLst>
          </p:cNvPr>
          <p:cNvSpPr/>
          <p:nvPr/>
        </p:nvSpPr>
        <p:spPr>
          <a:xfrm>
            <a:off x="5002695" y="1572469"/>
            <a:ext cx="178905" cy="387626"/>
          </a:xfrm>
          <a:prstGeom prst="righ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13A0E4-472C-1374-7178-C3FAFB59F9F5}"/>
              </a:ext>
            </a:extLst>
          </p:cNvPr>
          <p:cNvCxnSpPr/>
          <p:nvPr/>
        </p:nvCxnSpPr>
        <p:spPr>
          <a:xfrm>
            <a:off x="5367130" y="2196548"/>
            <a:ext cx="6162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55642D-92AF-E7E4-F3AB-6A9CC7F64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65760"/>
              </p:ext>
            </p:extLst>
          </p:nvPr>
        </p:nvGraphicFramePr>
        <p:xfrm>
          <a:off x="665923" y="3414312"/>
          <a:ext cx="8676860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3116">
                  <a:extLst>
                    <a:ext uri="{9D8B030D-6E8A-4147-A177-3AD203B41FA5}">
                      <a16:colId xmlns:a16="http://schemas.microsoft.com/office/drawing/2014/main" val="2887944515"/>
                    </a:ext>
                  </a:extLst>
                </a:gridCol>
                <a:gridCol w="2034119">
                  <a:extLst>
                    <a:ext uri="{9D8B030D-6E8A-4147-A177-3AD203B41FA5}">
                      <a16:colId xmlns:a16="http://schemas.microsoft.com/office/drawing/2014/main" val="3116806797"/>
                    </a:ext>
                  </a:extLst>
                </a:gridCol>
                <a:gridCol w="3069625">
                  <a:extLst>
                    <a:ext uri="{9D8B030D-6E8A-4147-A177-3AD203B41FA5}">
                      <a16:colId xmlns:a16="http://schemas.microsoft.com/office/drawing/2014/main" val="1978372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Interrupt source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Vector address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Interrupt priority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695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External interrupt – INT0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0 0 3 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627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Timer 0 overflow interrupt TF0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0 0 B 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268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External interrupt – INT 1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0 13 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91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Timer 1 overflow interrupt TF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0 1B H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76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Serial communication interrupt</a:t>
                      </a:r>
                    </a:p>
                    <a:p>
                      <a:r>
                        <a:rPr lang="en-US" dirty="0"/>
                        <a:t>(RT/TI)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0 23 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287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469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7472-92A0-8729-B9D8-67DE94F7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322B00-CAD7-8895-AB9E-5FC9811385D1}"/>
              </a:ext>
            </a:extLst>
          </p:cNvPr>
          <p:cNvSpPr txBox="1"/>
          <p:nvPr/>
        </p:nvSpPr>
        <p:spPr>
          <a:xfrm>
            <a:off x="819382" y="335845"/>
            <a:ext cx="87898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Special function register (SFRS) of interrupts </a:t>
            </a:r>
          </a:p>
          <a:p>
            <a:r>
              <a:rPr lang="en-US" dirty="0"/>
              <a:t>1] IE Register</a:t>
            </a:r>
          </a:p>
          <a:p>
            <a:r>
              <a:rPr lang="en-US" dirty="0"/>
              <a:t>2] TP Register 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IE (Interrupt Enable) Register :- It is a 8 – bit register used to enable or disable the interrupt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3EF30-CCD6-39F4-63ED-7B63D4D7F4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35" r="-811" b="-4948"/>
          <a:stretch>
            <a:fillRect/>
          </a:stretch>
        </p:blipFill>
        <p:spPr>
          <a:xfrm>
            <a:off x="1186197" y="2107095"/>
            <a:ext cx="8056261" cy="13219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CB6F72-8E4D-E754-0BAC-B1FEA9AA7DE3}"/>
              </a:ext>
            </a:extLst>
          </p:cNvPr>
          <p:cNvSpPr txBox="1"/>
          <p:nvPr/>
        </p:nvSpPr>
        <p:spPr>
          <a:xfrm>
            <a:off x="532078" y="3659833"/>
            <a:ext cx="87898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EA : if EA = 0 ; no interrupt will be acknowledged if EA = 1 ; interrupt source is individually enabled or disabled by setting or clearing its enable bits.</a:t>
            </a:r>
          </a:p>
          <a:p>
            <a:pPr marL="285750" indent="-285750">
              <a:buFontTx/>
              <a:buChar char="-"/>
            </a:pPr>
            <a:r>
              <a:rPr lang="en-US" dirty="0"/>
              <a:t>IE 6 and IE 5 : Not implemented , Reserved for future use</a:t>
            </a:r>
          </a:p>
          <a:p>
            <a:pPr marL="285750" indent="-285750">
              <a:buFontTx/>
              <a:buChar char="-"/>
            </a:pPr>
            <a:r>
              <a:rPr lang="en-US" dirty="0"/>
              <a:t>ET 1 : Enable or disable timer 1 overflow interrupt </a:t>
            </a:r>
          </a:p>
          <a:p>
            <a:pPr marL="285750" indent="-285750">
              <a:buFontTx/>
              <a:buChar char="-"/>
            </a:pPr>
            <a:r>
              <a:rPr lang="en-US" dirty="0"/>
              <a:t>EX 1 : Enable or disable external interrupt 1</a:t>
            </a:r>
          </a:p>
          <a:p>
            <a:pPr marL="285750" indent="-285750">
              <a:buFontTx/>
              <a:buChar char="-"/>
            </a:pPr>
            <a:r>
              <a:rPr lang="en-US" dirty="0"/>
              <a:t>ET 0 : Enable or disable timer 0 overflow interrupt </a:t>
            </a:r>
          </a:p>
          <a:p>
            <a:pPr marL="285750" indent="-285750">
              <a:buFontTx/>
              <a:buChar char="-"/>
            </a:pPr>
            <a:r>
              <a:rPr lang="en-US" dirty="0"/>
              <a:t>EX 0  Enable or disable external interrupt 0.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2. IP (Interrupt priority) Register : It is a 8 – bit register used for setting the priority of all five interrupts</a:t>
            </a:r>
          </a:p>
        </p:txBody>
      </p:sp>
    </p:spTree>
    <p:extLst>
      <p:ext uri="{BB962C8B-B14F-4D97-AF65-F5344CB8AC3E}">
        <p14:creationId xmlns:p14="http://schemas.microsoft.com/office/powerpoint/2010/main" val="3801261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6304B5-0DD8-C327-E9A8-44F3AB4E70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418"/>
          <a:stretch>
            <a:fillRect/>
          </a:stretch>
        </p:blipFill>
        <p:spPr>
          <a:xfrm>
            <a:off x="427382" y="144946"/>
            <a:ext cx="8796130" cy="13558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75CC0F-064B-7B5A-5FB0-ADFAF8D51BB3}"/>
              </a:ext>
            </a:extLst>
          </p:cNvPr>
          <p:cNvSpPr txBox="1"/>
          <p:nvPr/>
        </p:nvSpPr>
        <p:spPr>
          <a:xfrm>
            <a:off x="273660" y="1674674"/>
            <a:ext cx="941699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-JP7 (IP.6): Not implemented; reserved for future use.</a:t>
            </a:r>
          </a:p>
          <a:p>
            <a:r>
              <a:rPr lang="en-US" dirty="0"/>
              <a:t>-PT2: Not defined in the 8051 microcontroller; used in the 8052 microcontroller.</a:t>
            </a:r>
          </a:p>
          <a:p>
            <a:r>
              <a:rPr lang="en-US" dirty="0"/>
              <a:t>-PS: Used to set or clear the priority of the serial interrupt.</a:t>
            </a:r>
          </a:p>
          <a:p>
            <a:r>
              <a:rPr lang="en-US" dirty="0"/>
              <a:t>-PT1: Used to set or clear the priority of the Timer 1 overflow interrupt.</a:t>
            </a:r>
          </a:p>
          <a:p>
            <a:r>
              <a:rPr lang="en-US" dirty="0"/>
              <a:t>-PX1: Used to set or clear the priority of the external hardware interrupt 1 (INT1).</a:t>
            </a:r>
          </a:p>
          <a:p>
            <a:r>
              <a:rPr lang="en-US" dirty="0"/>
              <a:t>-PT0: used to set or clear the priority of timer 0 overflow interrupt</a:t>
            </a:r>
          </a:p>
          <a:p>
            <a:r>
              <a:rPr lang="en-US" dirty="0"/>
              <a:t>-PX0: used to set or clear the priority of external hardware interrupt 0(INT0)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Interrupt Sequence</a:t>
            </a:r>
          </a:p>
          <a:p>
            <a:r>
              <a:rPr lang="en-US" dirty="0"/>
              <a:t>1.Interrupt Request </a:t>
            </a:r>
          </a:p>
          <a:p>
            <a:r>
              <a:rPr lang="en-US" dirty="0"/>
              <a:t>2. Interrupt Acknowledge</a:t>
            </a:r>
          </a:p>
          <a:p>
            <a:r>
              <a:rPr lang="en-US" dirty="0"/>
              <a:t>3. Save current program state</a:t>
            </a:r>
          </a:p>
          <a:p>
            <a:r>
              <a:rPr lang="en-US" dirty="0"/>
              <a:t>4. Fetch interrupt vector</a:t>
            </a:r>
          </a:p>
          <a:p>
            <a:r>
              <a:rPr lang="en-US" dirty="0"/>
              <a:t>5. Jump to interrupt service Routine(ISR)</a:t>
            </a:r>
          </a:p>
          <a:p>
            <a:r>
              <a:rPr lang="en-US" dirty="0"/>
              <a:t>6. Execute ISR</a:t>
            </a:r>
          </a:p>
          <a:p>
            <a:r>
              <a:rPr lang="en-US" dirty="0"/>
              <a:t>7. Return Drom Interrupt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384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17DBC-D270-1643-675C-6BEE0F75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D029D3-29AD-636F-B6A2-54ABA9BCC97A}"/>
              </a:ext>
            </a:extLst>
          </p:cNvPr>
          <p:cNvSpPr txBox="1"/>
          <p:nvPr/>
        </p:nvSpPr>
        <p:spPr>
          <a:xfrm>
            <a:off x="760677" y="203683"/>
            <a:ext cx="89498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 Polling: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state of continuous monitoring is known as polling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Microcontroller keeps checking the status of other devices and while doing so it does not perform any apparition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It consumes all its processing time for monitoring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Microcontroller can serve service to peripheral devices by two ways : Polling and Interrupt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6C7FF8-BCE6-520F-A281-BE71E2268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043439"/>
              </p:ext>
            </p:extLst>
          </p:nvPr>
        </p:nvGraphicFramePr>
        <p:xfrm>
          <a:off x="685800" y="2501900"/>
          <a:ext cx="9144000" cy="293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120071987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1821270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Interrupt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Polling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023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Interrupt the device notice the CPU that is require its attention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polling CPU steadily checks whether the devices needs attention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24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Interrupt is not a protocol it’s a hardware mechanism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Polling is not a hardware mechanism it’s a protocol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51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 interrupts the devices is serviced by the interrupt handles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While in polling the device is services by the CPU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67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Interrupt can taker place at any time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Where as in polling , CPU </a:t>
                      </a:r>
                      <a:r>
                        <a:rPr lang="en-US" dirty="0" err="1"/>
                        <a:t>steactily</a:t>
                      </a:r>
                      <a:r>
                        <a:rPr lang="en-US" dirty="0"/>
                        <a:t> ballots the device at regular or at proper interval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986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282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0D86-047E-E1E9-6323-255F3B7E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8C2CEA-FB12-FEEC-3780-3664A6F68A48}"/>
              </a:ext>
            </a:extLst>
          </p:cNvPr>
          <p:cNvSpPr txBox="1"/>
          <p:nvPr/>
        </p:nvSpPr>
        <p:spPr>
          <a:xfrm>
            <a:off x="735497" y="203683"/>
            <a:ext cx="8975034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3.3 Serial communication</a:t>
            </a:r>
          </a:p>
          <a:p>
            <a:endParaRPr lang="en-US" dirty="0"/>
          </a:p>
          <a:p>
            <a:pPr algn="ctr"/>
            <a:r>
              <a:rPr lang="en-US" dirty="0"/>
              <a:t>Communication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US" dirty="0"/>
              <a:t>                     Serial                                                                       Parallel </a:t>
            </a:r>
          </a:p>
          <a:p>
            <a:r>
              <a:rPr lang="en-US" dirty="0"/>
              <a:t>         IT takes one bit at a time      	                                Simultaneously Transmitted											</a:t>
            </a:r>
          </a:p>
          <a:p>
            <a:pPr algn="ctr"/>
            <a:endParaRPr lang="en-US" dirty="0"/>
          </a:p>
          <a:p>
            <a:r>
              <a:rPr lang="en-US" dirty="0"/>
              <a:t>   Parallel to Serial 									 Serial to Parallel </a:t>
            </a:r>
          </a:p>
          <a:p>
            <a:r>
              <a:rPr lang="en-US" dirty="0"/>
              <a:t>  Communication										 Communication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US" dirty="0"/>
              <a:t>Serial Communication 							Parallel Communication </a:t>
            </a:r>
          </a:p>
          <a:p>
            <a:r>
              <a:rPr lang="en-US" dirty="0"/>
              <a:t>		</a:t>
            </a:r>
          </a:p>
          <a:p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F66F22-A6F3-7C43-BABB-7D87C285EDD5}"/>
              </a:ext>
            </a:extLst>
          </p:cNvPr>
          <p:cNvCxnSpPr/>
          <p:nvPr/>
        </p:nvCxnSpPr>
        <p:spPr>
          <a:xfrm>
            <a:off x="5118652" y="1073426"/>
            <a:ext cx="0" cy="2782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E5B85-18CB-9AFB-6490-4C37B84CEEAC}"/>
              </a:ext>
            </a:extLst>
          </p:cNvPr>
          <p:cNvCxnSpPr>
            <a:cxnSpLocks/>
          </p:cNvCxnSpPr>
          <p:nvPr/>
        </p:nvCxnSpPr>
        <p:spPr>
          <a:xfrm>
            <a:off x="2544417" y="1351722"/>
            <a:ext cx="56056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25FF18-F221-C19A-070A-05F99E24D707}"/>
              </a:ext>
            </a:extLst>
          </p:cNvPr>
          <p:cNvCxnSpPr>
            <a:cxnSpLocks/>
          </p:cNvCxnSpPr>
          <p:nvPr/>
        </p:nvCxnSpPr>
        <p:spPr>
          <a:xfrm>
            <a:off x="2544417" y="1351722"/>
            <a:ext cx="0" cy="26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28797A-D33B-DCF6-EDC6-9F262A7C7D6C}"/>
              </a:ext>
            </a:extLst>
          </p:cNvPr>
          <p:cNvCxnSpPr>
            <a:cxnSpLocks/>
          </p:cNvCxnSpPr>
          <p:nvPr/>
        </p:nvCxnSpPr>
        <p:spPr>
          <a:xfrm>
            <a:off x="8150087" y="1351722"/>
            <a:ext cx="0" cy="268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FC71B7B-2675-8665-5041-31A63DA9BFBA}"/>
              </a:ext>
            </a:extLst>
          </p:cNvPr>
          <p:cNvSpPr/>
          <p:nvPr/>
        </p:nvSpPr>
        <p:spPr>
          <a:xfrm>
            <a:off x="1013791" y="3359426"/>
            <a:ext cx="2017644" cy="6062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Microcontroller 8051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8A648F-A4E5-660D-303C-9339FA78A424}"/>
              </a:ext>
            </a:extLst>
          </p:cNvPr>
          <p:cNvSpPr/>
          <p:nvPr/>
        </p:nvSpPr>
        <p:spPr>
          <a:xfrm>
            <a:off x="6662530" y="3359425"/>
            <a:ext cx="2017644" cy="6062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Peripheral devices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82A2E1-BD41-3667-B899-19872FB4D80D}"/>
              </a:ext>
            </a:extLst>
          </p:cNvPr>
          <p:cNvCxnSpPr/>
          <p:nvPr/>
        </p:nvCxnSpPr>
        <p:spPr>
          <a:xfrm>
            <a:off x="3031434" y="3528391"/>
            <a:ext cx="36310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F80FA7-D5C3-CE05-C5D7-09CACD2D78CE}"/>
              </a:ext>
            </a:extLst>
          </p:cNvPr>
          <p:cNvCxnSpPr>
            <a:cxnSpLocks/>
          </p:cNvCxnSpPr>
          <p:nvPr/>
        </p:nvCxnSpPr>
        <p:spPr>
          <a:xfrm flipH="1">
            <a:off x="3031434" y="3801709"/>
            <a:ext cx="36310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B3A91FF-8775-9A92-7138-941B479E623B}"/>
              </a:ext>
            </a:extLst>
          </p:cNvPr>
          <p:cNvSpPr/>
          <p:nvPr/>
        </p:nvSpPr>
        <p:spPr>
          <a:xfrm>
            <a:off x="240031" y="4833648"/>
            <a:ext cx="1438855" cy="414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transmitter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01518B-7C79-DC13-10CD-1C7C43C8215F}"/>
              </a:ext>
            </a:extLst>
          </p:cNvPr>
          <p:cNvSpPr/>
          <p:nvPr/>
        </p:nvSpPr>
        <p:spPr>
          <a:xfrm>
            <a:off x="2544417" y="4833647"/>
            <a:ext cx="1438855" cy="414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Receiver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E4D8785-A1FC-16B7-25C9-4A46316E91C1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 flipV="1">
            <a:off x="1678886" y="5040713"/>
            <a:ext cx="865531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FDEA367-283D-E883-F887-606865FEE554}"/>
              </a:ext>
            </a:extLst>
          </p:cNvPr>
          <p:cNvSpPr/>
          <p:nvPr/>
        </p:nvSpPr>
        <p:spPr>
          <a:xfrm>
            <a:off x="5072764" y="4823900"/>
            <a:ext cx="1438855" cy="55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transmitter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5EE881-DEC9-969A-6AD0-4700F9A3578D}"/>
              </a:ext>
            </a:extLst>
          </p:cNvPr>
          <p:cNvSpPr/>
          <p:nvPr/>
        </p:nvSpPr>
        <p:spPr>
          <a:xfrm>
            <a:off x="8096995" y="4823900"/>
            <a:ext cx="1438855" cy="6062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Receiver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155C9E-30E3-92C9-B768-0A21403BD8C6}"/>
              </a:ext>
            </a:extLst>
          </p:cNvPr>
          <p:cNvCxnSpPr/>
          <p:nvPr/>
        </p:nvCxnSpPr>
        <p:spPr>
          <a:xfrm>
            <a:off x="6511619" y="4929809"/>
            <a:ext cx="15853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029D534-ED28-EA8A-D857-51D87296EFDE}"/>
              </a:ext>
            </a:extLst>
          </p:cNvPr>
          <p:cNvCxnSpPr/>
          <p:nvPr/>
        </p:nvCxnSpPr>
        <p:spPr>
          <a:xfrm>
            <a:off x="6511619" y="5040713"/>
            <a:ext cx="15853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86528C5-2599-4A2A-203E-D3BCF13FE1D5}"/>
              </a:ext>
            </a:extLst>
          </p:cNvPr>
          <p:cNvCxnSpPr/>
          <p:nvPr/>
        </p:nvCxnSpPr>
        <p:spPr>
          <a:xfrm>
            <a:off x="6511619" y="5145157"/>
            <a:ext cx="15853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8E5E5E7-4F2A-7897-4655-5FFE9D4F0205}"/>
              </a:ext>
            </a:extLst>
          </p:cNvPr>
          <p:cNvCxnSpPr/>
          <p:nvPr/>
        </p:nvCxnSpPr>
        <p:spPr>
          <a:xfrm>
            <a:off x="6511619" y="5247778"/>
            <a:ext cx="15853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D8DA6C3-61B8-3A49-1140-AACBBAA1E29E}"/>
              </a:ext>
            </a:extLst>
          </p:cNvPr>
          <p:cNvCxnSpPr/>
          <p:nvPr/>
        </p:nvCxnSpPr>
        <p:spPr>
          <a:xfrm>
            <a:off x="6511619" y="5335707"/>
            <a:ext cx="15853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111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D4A7-9204-ECDF-B679-900674408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BDF621-ED42-2465-3B44-4DD2634B789F}"/>
              </a:ext>
            </a:extLst>
          </p:cNvPr>
          <p:cNvSpPr txBox="1"/>
          <p:nvPr/>
        </p:nvSpPr>
        <p:spPr>
          <a:xfrm>
            <a:off x="740798" y="107368"/>
            <a:ext cx="8949853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Types of Communication Link</a:t>
            </a:r>
          </a:p>
          <a:p>
            <a:pPr marL="342900" indent="-342900">
              <a:buAutoNum type="arabicPeriod"/>
            </a:pPr>
            <a:r>
              <a:rPr lang="en-US" dirty="0"/>
              <a:t>Simplex</a:t>
            </a:r>
          </a:p>
          <a:p>
            <a:pPr marL="342900" indent="-342900">
              <a:buAutoNum type="arabicPeriod"/>
            </a:pPr>
            <a:r>
              <a:rPr lang="en-US" dirty="0"/>
              <a:t>Half Duplex</a:t>
            </a:r>
          </a:p>
          <a:p>
            <a:pPr marL="342900" indent="-342900">
              <a:buAutoNum type="arabicPeriod"/>
            </a:pPr>
            <a:r>
              <a:rPr lang="en-US" dirty="0"/>
              <a:t>Full Duplex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Simplex :- In simple communication , transmitter only transmit the data and receiver always receive the data </a:t>
            </a:r>
          </a:p>
          <a:p>
            <a:r>
              <a:rPr lang="en-US" dirty="0"/>
              <a:t>e.g. Print , Monitor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2. Half Duplex :- In half Duplex , transmitted transmits the data and receives the data but not at the same time. Only one direction at a time </a:t>
            </a:r>
          </a:p>
          <a:p>
            <a:r>
              <a:rPr lang="en-US" dirty="0"/>
              <a:t>e.g. </a:t>
            </a:r>
            <a:r>
              <a:rPr lang="en-US" dirty="0" err="1"/>
              <a:t>Walkietalkie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3. Full Duplex :- In full Duplex Communication , Transmitter transmits the data and receives the data at a same time</a:t>
            </a:r>
          </a:p>
          <a:p>
            <a:r>
              <a:rPr lang="en-US" dirty="0"/>
              <a:t>e.g. Telephone network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A8886D-5189-9345-7974-31B059D3F8EA}"/>
              </a:ext>
            </a:extLst>
          </p:cNvPr>
          <p:cNvSpPr/>
          <p:nvPr/>
        </p:nvSpPr>
        <p:spPr>
          <a:xfrm>
            <a:off x="1143000" y="2663687"/>
            <a:ext cx="1083365" cy="347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TX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A4B1DD-DECD-9CB1-0BDF-5930B2C5FB38}"/>
              </a:ext>
            </a:extLst>
          </p:cNvPr>
          <p:cNvSpPr/>
          <p:nvPr/>
        </p:nvSpPr>
        <p:spPr>
          <a:xfrm>
            <a:off x="3511826" y="2663687"/>
            <a:ext cx="1083365" cy="347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RX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B1F8BA-B241-2C44-8DDF-265544F6E46D}"/>
              </a:ext>
            </a:extLst>
          </p:cNvPr>
          <p:cNvCxnSpPr>
            <a:endCxn id="5" idx="1"/>
          </p:cNvCxnSpPr>
          <p:nvPr/>
        </p:nvCxnSpPr>
        <p:spPr>
          <a:xfrm>
            <a:off x="2226365" y="2837622"/>
            <a:ext cx="1285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A5E09CE-A94D-9BBF-1278-F995C4605BB7}"/>
              </a:ext>
            </a:extLst>
          </p:cNvPr>
          <p:cNvSpPr/>
          <p:nvPr/>
        </p:nvSpPr>
        <p:spPr>
          <a:xfrm>
            <a:off x="3369365" y="4597308"/>
            <a:ext cx="1083365" cy="347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TX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5851D3-F8FA-47B2-26F8-D54CA1637E14}"/>
              </a:ext>
            </a:extLst>
          </p:cNvPr>
          <p:cNvSpPr/>
          <p:nvPr/>
        </p:nvSpPr>
        <p:spPr>
          <a:xfrm>
            <a:off x="1000539" y="4597308"/>
            <a:ext cx="1083365" cy="347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TX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21AAFA-342C-B73B-1CD8-34B7F5540D6D}"/>
              </a:ext>
            </a:extLst>
          </p:cNvPr>
          <p:cNvCxnSpPr/>
          <p:nvPr/>
        </p:nvCxnSpPr>
        <p:spPr>
          <a:xfrm>
            <a:off x="2083904" y="4733327"/>
            <a:ext cx="12854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238467-6D2B-7341-8229-153DAD102268}"/>
              </a:ext>
            </a:extLst>
          </p:cNvPr>
          <p:cNvCxnSpPr>
            <a:cxnSpLocks/>
          </p:cNvCxnSpPr>
          <p:nvPr/>
        </p:nvCxnSpPr>
        <p:spPr>
          <a:xfrm flipH="1">
            <a:off x="2083904" y="4835664"/>
            <a:ext cx="12606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B893907-DE78-DF41-7D0C-13FB4E6EFEEB}"/>
              </a:ext>
            </a:extLst>
          </p:cNvPr>
          <p:cNvSpPr/>
          <p:nvPr/>
        </p:nvSpPr>
        <p:spPr>
          <a:xfrm>
            <a:off x="1000538" y="6380645"/>
            <a:ext cx="1083365" cy="347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TX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E22D7F-E60A-8CE2-6887-1B15E59D4417}"/>
              </a:ext>
            </a:extLst>
          </p:cNvPr>
          <p:cNvSpPr/>
          <p:nvPr/>
        </p:nvSpPr>
        <p:spPr>
          <a:xfrm>
            <a:off x="4053508" y="6380645"/>
            <a:ext cx="1083365" cy="3478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TX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2AE75A-CA4B-9EB7-E688-2593A96A4529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2083903" y="6554580"/>
            <a:ext cx="19696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768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9CECF-F0A0-3D84-398F-3B48A8C5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B0A7A0-253F-5E2B-9A24-F646986EC924}"/>
              </a:ext>
            </a:extLst>
          </p:cNvPr>
          <p:cNvSpPr txBox="1"/>
          <p:nvPr/>
        </p:nvSpPr>
        <p:spPr>
          <a:xfrm>
            <a:off x="760677" y="203683"/>
            <a:ext cx="894985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Serial Communication : </a:t>
            </a:r>
          </a:p>
          <a:p>
            <a:r>
              <a:rPr lang="en-US" dirty="0"/>
              <a:t>- 805 1 Microcontroller supports full duplex serial  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Special function Register </a:t>
            </a:r>
          </a:p>
          <a:p>
            <a:pPr marL="342900" indent="-342900">
              <a:buAutoNum type="arabicPeriod"/>
            </a:pPr>
            <a:r>
              <a:rPr lang="en-US" dirty="0"/>
              <a:t>SBVF Register (Serial Buffer)</a:t>
            </a:r>
          </a:p>
          <a:p>
            <a:pPr marL="342900" indent="-342900">
              <a:buAutoNum type="arabicPeriod"/>
            </a:pPr>
            <a:r>
              <a:rPr lang="en-US" dirty="0"/>
              <a:t>SCON Register (Serial Control)</a:t>
            </a:r>
          </a:p>
          <a:p>
            <a:pPr marL="342900" indent="-342900">
              <a:buAutoNum type="arabicPeriod"/>
            </a:pPr>
            <a:r>
              <a:rPr lang="en-US" dirty="0"/>
              <a:t>PCON Register (Power Control)</a:t>
            </a:r>
          </a:p>
          <a:p>
            <a:pPr marL="342900" indent="-342900">
              <a:buAutoNum type="arabicPeriod"/>
            </a:pPr>
            <a:r>
              <a:rPr lang="en-US" dirty="0"/>
              <a:t>TCON Register (Timer Control)</a:t>
            </a:r>
          </a:p>
          <a:p>
            <a:endParaRPr lang="en-US" dirty="0"/>
          </a:p>
          <a:p>
            <a:r>
              <a:rPr lang="en-US" dirty="0"/>
              <a:t>a) SBUF Register</a:t>
            </a:r>
          </a:p>
          <a:p>
            <a:pPr marL="285750" indent="-285750">
              <a:buFontTx/>
              <a:buChar char="-"/>
            </a:pPr>
            <a:r>
              <a:rPr lang="en-US" dirty="0"/>
              <a:t>It is a 8 - bit register</a:t>
            </a:r>
          </a:p>
          <a:p>
            <a:pPr marL="285750" indent="-285750">
              <a:buFontTx/>
              <a:buChar char="-"/>
            </a:pPr>
            <a:r>
              <a:rPr lang="en-US" dirty="0"/>
              <a:t>805 transmit 8 – bit data and receive 8 – bit data at the time of transmission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IT is going to stop the 8 – bit data into buffer</a:t>
            </a:r>
          </a:p>
          <a:p>
            <a:pPr marL="285750" indent="-285750">
              <a:buFontTx/>
              <a:buChar char="-"/>
            </a:pPr>
            <a:r>
              <a:rPr lang="en-US" dirty="0"/>
              <a:t>Buffer is called serial buffer used for storage of data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 b) SCON Register</a:t>
            </a:r>
          </a:p>
          <a:p>
            <a:pPr marL="285750" indent="-285750">
              <a:buFontTx/>
              <a:buChar char="-"/>
            </a:pPr>
            <a:r>
              <a:rPr lang="en-US" dirty="0"/>
              <a:t>IT is a 8 bit register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contain made selection bit Serial port interrupt bit (TI / RI) the ninth data bit for transmission and receiving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3C9B5-09C5-428E-8CAF-9049E8F88D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614"/>
          <a:stretch>
            <a:fillRect/>
          </a:stretch>
        </p:blipFill>
        <p:spPr>
          <a:xfrm>
            <a:off x="1567277" y="5279955"/>
            <a:ext cx="5419725" cy="73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6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E65B8-8F92-4363-EC95-C0373C0E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D5CA2-CE24-EE8D-B131-83A149E7DD19}"/>
              </a:ext>
            </a:extLst>
          </p:cNvPr>
          <p:cNvSpPr txBox="1"/>
          <p:nvPr/>
        </p:nvSpPr>
        <p:spPr>
          <a:xfrm>
            <a:off x="760677" y="203683"/>
            <a:ext cx="8949853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SM0 and SM1 are the mode selection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SM2 : Microcontroller communication in mode 2 and mode 3 </a:t>
            </a:r>
          </a:p>
          <a:p>
            <a:pPr marL="285750" indent="-285750">
              <a:buFontTx/>
              <a:buChar char="-"/>
            </a:pPr>
            <a:r>
              <a:rPr lang="en-US" dirty="0"/>
              <a:t>REN : Enable serial communication </a:t>
            </a:r>
          </a:p>
          <a:p>
            <a:pPr marL="285750" indent="-285750">
              <a:buFontTx/>
              <a:buChar char="-"/>
            </a:pPr>
            <a:r>
              <a:rPr lang="en-US" dirty="0"/>
              <a:t>TBB : 9</a:t>
            </a:r>
            <a:r>
              <a:rPr lang="en-US" baseline="30000" dirty="0"/>
              <a:t>th</a:t>
            </a:r>
            <a:r>
              <a:rPr lang="en-US" dirty="0"/>
              <a:t> nit transmitted in mode 2</a:t>
            </a:r>
          </a:p>
          <a:p>
            <a:pPr marL="285750" indent="-285750">
              <a:buFontTx/>
              <a:buChar char="-"/>
            </a:pPr>
            <a:r>
              <a:rPr lang="en-US" dirty="0"/>
              <a:t>RBB : 9</a:t>
            </a:r>
            <a:r>
              <a:rPr lang="en-US" baseline="30000" dirty="0"/>
              <a:t>th</a:t>
            </a:r>
            <a:r>
              <a:rPr lang="en-US" dirty="0"/>
              <a:t> bit received in mode 2 and mode 3 </a:t>
            </a:r>
          </a:p>
          <a:p>
            <a:pPr marL="285750" indent="-285750">
              <a:buFontTx/>
              <a:buChar char="-"/>
            </a:pPr>
            <a:r>
              <a:rPr lang="en-US" dirty="0"/>
              <a:t>TI : Transmit interrupt  flag</a:t>
            </a:r>
          </a:p>
          <a:p>
            <a:pPr marL="285750" indent="-285750">
              <a:buFontTx/>
              <a:buChar char="-"/>
            </a:pPr>
            <a:r>
              <a:rPr lang="en-US" dirty="0"/>
              <a:t>RI :Receive interrupt Flag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C) </a:t>
            </a:r>
            <a:r>
              <a:rPr lang="en-US" dirty="0" err="1"/>
              <a:t>Pcon</a:t>
            </a:r>
            <a:r>
              <a:rPr lang="en-US" dirty="0"/>
              <a:t> Register: </a:t>
            </a:r>
          </a:p>
          <a:p>
            <a:r>
              <a:rPr lang="en-US" dirty="0"/>
              <a:t>-It is a 8 bit register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SMOD : Serial rate modify bit </a:t>
            </a:r>
          </a:p>
          <a:p>
            <a:pPr marL="285750" indent="-285750">
              <a:buFontTx/>
              <a:buChar char="-"/>
            </a:pPr>
            <a:r>
              <a:rPr lang="en-US" dirty="0"/>
              <a:t>Set 1= Double baud rate using timer1</a:t>
            </a:r>
          </a:p>
          <a:p>
            <a:pPr marL="285750" indent="-285750">
              <a:buFontTx/>
              <a:buChar char="-"/>
            </a:pPr>
            <a:r>
              <a:rPr lang="en-US" dirty="0"/>
              <a:t>Set 0= User timer 1 baud rate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D0A16-14E6-752F-ECC5-40AA8ADF7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8" t="6508" r="2318" b="8091"/>
          <a:stretch>
            <a:fillRect/>
          </a:stretch>
        </p:blipFill>
        <p:spPr>
          <a:xfrm>
            <a:off x="1888435" y="655983"/>
            <a:ext cx="4899992" cy="1888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72F46C-068B-8F41-746C-FA38BCCCF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03" y="5311345"/>
            <a:ext cx="7013713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52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B94E-9ED4-34F3-4941-06BE5F90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831411-39B0-4CC6-0930-1BCF7426BD8F}"/>
              </a:ext>
            </a:extLst>
          </p:cNvPr>
          <p:cNvSpPr txBox="1"/>
          <p:nvPr/>
        </p:nvSpPr>
        <p:spPr>
          <a:xfrm>
            <a:off x="760677" y="203683"/>
            <a:ext cx="894985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D6 , D5 , D4 : reserved for Future </a:t>
            </a:r>
          </a:p>
          <a:p>
            <a:r>
              <a:rPr lang="en-US" dirty="0"/>
              <a:t>- GF1 and GF0 : General purpose registers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PD : Power down , Reduces the power flag</a:t>
            </a:r>
          </a:p>
          <a:p>
            <a:pPr marL="285750" indent="-285750">
              <a:buFontTx/>
              <a:buChar char="-"/>
            </a:pPr>
            <a:r>
              <a:rPr lang="en-US" dirty="0"/>
              <a:t>TDL : </a:t>
            </a:r>
            <a:r>
              <a:rPr lang="en-US" dirty="0" err="1"/>
              <a:t>IDLe</a:t>
            </a:r>
            <a:r>
              <a:rPr lang="en-US" dirty="0"/>
              <a:t> mode , set the idle mode of 8051 microcontroller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3.4 Parallel Communication: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 Parallel Communication of 8051 microcontroller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8051 microcontroller has four parallel I/O ports , each of 8 – bits so it provides the user 32 I/O lines for connection the microcontroller to the peripherals.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four ports are ports 0 , port 1 , port 2 , port 3 </a:t>
            </a:r>
          </a:p>
          <a:p>
            <a:pPr marL="285750" indent="-285750">
              <a:buFontTx/>
              <a:buChar char="-"/>
            </a:pPr>
            <a:r>
              <a:rPr lang="en-US" dirty="0"/>
              <a:t>Upon reset , all the ports are O/P ports </a:t>
            </a:r>
          </a:p>
          <a:p>
            <a:pPr marL="285750" indent="-285750">
              <a:buFontTx/>
              <a:buChar char="-"/>
            </a:pPr>
            <a:r>
              <a:rPr lang="en-US" dirty="0"/>
              <a:t>In order to make them input , all the ports must be set i.e. a high bit must by the instruction ‘SET B”</a:t>
            </a:r>
          </a:p>
          <a:p>
            <a:r>
              <a:rPr lang="en-US" dirty="0"/>
              <a:t>e.g. Mov A , # </a:t>
            </a:r>
            <a:r>
              <a:rPr lang="en-US" dirty="0" err="1"/>
              <a:t>offH</a:t>
            </a:r>
            <a:r>
              <a:rPr lang="en-US" dirty="0"/>
              <a:t> ; A = ff </a:t>
            </a:r>
          </a:p>
          <a:p>
            <a:r>
              <a:rPr lang="en-US" dirty="0"/>
              <a:t>	Mov po , A ; make po an input port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Port 0 :</a:t>
            </a:r>
          </a:p>
          <a:p>
            <a:pPr marL="285750" indent="-285750">
              <a:buFontTx/>
              <a:buChar char="-"/>
            </a:pPr>
            <a:r>
              <a:rPr lang="en-US" dirty="0"/>
              <a:t>Port 0 is an 8 bit I/O with dual purpose . These port pins are used for the lower ordered</a:t>
            </a:r>
          </a:p>
          <a:p>
            <a:pPr marL="285750" indent="-285750">
              <a:buFontTx/>
              <a:buChar char="-"/>
            </a:pPr>
            <a:r>
              <a:rPr lang="en-US" dirty="0"/>
              <a:t>Multiplexed address/ data bus (AD0 – AD7) , Otherwise this port can be either input or output </a:t>
            </a:r>
          </a:p>
          <a:p>
            <a:pPr marL="285750" indent="-285750">
              <a:buFontTx/>
              <a:buChar char="-"/>
            </a:pPr>
            <a:r>
              <a:rPr lang="en-US" dirty="0"/>
              <a:t>Port 0 is not provided with push –up resistors of nearly 10 k are to be connected externally </a:t>
            </a:r>
          </a:p>
        </p:txBody>
      </p:sp>
    </p:spTree>
    <p:extLst>
      <p:ext uri="{BB962C8B-B14F-4D97-AF65-F5344CB8AC3E}">
        <p14:creationId xmlns:p14="http://schemas.microsoft.com/office/powerpoint/2010/main" val="2454727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F20A-F3D8-0613-EB00-E506CA09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4B3F5-C912-7E0C-4F3F-DD10F872501B}"/>
              </a:ext>
            </a:extLst>
          </p:cNvPr>
          <p:cNvSpPr txBox="1"/>
          <p:nvPr/>
        </p:nvSpPr>
        <p:spPr>
          <a:xfrm>
            <a:off x="760677" y="203683"/>
            <a:ext cx="89498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Dual role of port 0 </a:t>
            </a:r>
          </a:p>
          <a:p>
            <a:r>
              <a:rPr lang="en-US" dirty="0"/>
              <a:t>ALE = 0 , it provides data D0-D1 and when</a:t>
            </a:r>
          </a:p>
          <a:p>
            <a:r>
              <a:rPr lang="en-US" dirty="0"/>
              <a:t>ALE = 1 , it provides address A0-A7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33D2B-E65B-09F6-0A5C-0075D936A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53" y="1214437"/>
            <a:ext cx="757341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25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AE315-41B1-7C35-29EF-DBFDFEBA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CA0F83-654B-634F-E020-57509999DE4C}"/>
              </a:ext>
            </a:extLst>
          </p:cNvPr>
          <p:cNvSpPr txBox="1"/>
          <p:nvPr/>
        </p:nvSpPr>
        <p:spPr>
          <a:xfrm>
            <a:off x="810373" y="114231"/>
            <a:ext cx="894985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Port 1 :</a:t>
            </a:r>
          </a:p>
          <a:p>
            <a:pPr marL="285750" indent="-285750">
              <a:buFontTx/>
              <a:buChar char="-"/>
            </a:pPr>
            <a:r>
              <a:rPr lang="en-US" dirty="0"/>
              <a:t>Port 1 (8 pins ) has no dual application and acts only as input or output port; In contrast to port 0 , This port dos not need any push up resistor since pull up resistors are connected internally </a:t>
            </a:r>
          </a:p>
          <a:p>
            <a:pPr marL="285750" indent="-285750">
              <a:buFontTx/>
              <a:buChar char="-"/>
            </a:pPr>
            <a:r>
              <a:rPr lang="en-US" dirty="0"/>
              <a:t>By </a:t>
            </a:r>
            <a:r>
              <a:rPr lang="en-US" dirty="0" err="1"/>
              <a:t>reseting</a:t>
            </a:r>
            <a:r>
              <a:rPr lang="en-US" dirty="0"/>
              <a:t> port 1 can be configured as an output port To configure it as an input port , port bits must be set high. This is normally done by the instruction “SETB”</a:t>
            </a:r>
          </a:p>
          <a:p>
            <a:r>
              <a:rPr lang="en-US" dirty="0"/>
              <a:t>e.g. MOV A , # </a:t>
            </a:r>
            <a:r>
              <a:rPr lang="en-US" dirty="0" err="1"/>
              <a:t>ffH</a:t>
            </a:r>
            <a:r>
              <a:rPr lang="en-US" dirty="0"/>
              <a:t> ; A = ff Hex</a:t>
            </a:r>
          </a:p>
          <a:p>
            <a:r>
              <a:rPr lang="en-US" dirty="0"/>
              <a:t>	MOV p1 , A ; make p1 an input port by writing 1 all of its pins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Port 2 :</a:t>
            </a:r>
          </a:p>
          <a:p>
            <a:pPr marL="285750" indent="-285750">
              <a:buFontTx/>
              <a:buChar char="-"/>
            </a:pPr>
            <a:r>
              <a:rPr lang="en-US" dirty="0"/>
              <a:t>Port 2 is also an 8 bit parallel port . It cab be used as input or O/P port . As this port is provided with internal push up resistor it does not need any external push up register</a:t>
            </a:r>
          </a:p>
          <a:p>
            <a:pPr marL="285750" indent="-285750">
              <a:buFontTx/>
              <a:buChar char="-"/>
            </a:pPr>
            <a:r>
              <a:rPr lang="en-US" dirty="0"/>
              <a:t>By </a:t>
            </a:r>
            <a:r>
              <a:rPr lang="en-US" dirty="0" err="1"/>
              <a:t>reseting</a:t>
            </a:r>
            <a:r>
              <a:rPr lang="en-US" dirty="0"/>
              <a:t> port 2 , can be Configure as an output port, To configure it as an input port bits must be set high This is normally done by the instruction “SET B”</a:t>
            </a:r>
          </a:p>
          <a:p>
            <a:pPr marL="285750" indent="-285750">
              <a:buFontTx/>
              <a:buChar char="-"/>
            </a:pPr>
            <a:r>
              <a:rPr lang="en-US" dirty="0"/>
              <a:t>Dual role of port 2 :</a:t>
            </a:r>
          </a:p>
          <a:p>
            <a:r>
              <a:rPr lang="en-US" dirty="0"/>
              <a:t>Port 2  can be used as higher order address bus A8-A15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Port 3:</a:t>
            </a:r>
          </a:p>
          <a:p>
            <a:r>
              <a:rPr lang="en-US" dirty="0"/>
              <a:t>-Port 3 is also 8 bit parallel port with dual function the port pins can be used for I/O operations as well as for control operations </a:t>
            </a:r>
          </a:p>
          <a:p>
            <a:pPr marL="285750" indent="-285750">
              <a:buFontTx/>
              <a:buChar char="-"/>
            </a:pPr>
            <a:r>
              <a:rPr lang="en-US" dirty="0"/>
              <a:t>Port 3 also do not need any extension pull up resistors as they are provided</a:t>
            </a:r>
          </a:p>
          <a:p>
            <a:pPr marL="285750" indent="-285750">
              <a:buFontTx/>
              <a:buChar char="-"/>
            </a:pPr>
            <a:r>
              <a:rPr lang="en-US" dirty="0"/>
              <a:t>By resetting port 3 can be configured as an output port to configure it as an input port , port must be set high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389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E233-56E9-EBE9-C49F-7E314E01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2C7298-449B-01E7-DE35-6142F059DDEE}"/>
              </a:ext>
            </a:extLst>
          </p:cNvPr>
          <p:cNvSpPr txBox="1"/>
          <p:nvPr/>
        </p:nvSpPr>
        <p:spPr>
          <a:xfrm>
            <a:off x="810373" y="114231"/>
            <a:ext cx="89498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is normally dome by the interaction “SET B”</a:t>
            </a:r>
          </a:p>
          <a:p>
            <a:pPr marL="285750" indent="-285750">
              <a:buFontTx/>
              <a:buChar char="-"/>
            </a:pPr>
            <a:r>
              <a:rPr lang="en-US" dirty="0"/>
              <a:t>Alternate function of port 3</a:t>
            </a:r>
          </a:p>
          <a:p>
            <a:r>
              <a:rPr lang="en-US" dirty="0"/>
              <a:t>This port is also used for timers , serial communication interrupts and ready and write operations </a:t>
            </a:r>
          </a:p>
        </p:txBody>
      </p:sp>
    </p:spTree>
    <p:extLst>
      <p:ext uri="{BB962C8B-B14F-4D97-AF65-F5344CB8AC3E}">
        <p14:creationId xmlns:p14="http://schemas.microsoft.com/office/powerpoint/2010/main" val="40164022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693</TotalTime>
  <Words>2280</Words>
  <Application>Microsoft Office PowerPoint</Application>
  <PresentationFormat>Widescreen</PresentationFormat>
  <Paragraphs>329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Trebuchet MS</vt:lpstr>
      <vt:lpstr>Wingdings</vt:lpstr>
      <vt:lpstr>Wingdings 3</vt:lpstr>
      <vt:lpstr>Facet</vt:lpstr>
      <vt:lpstr>Timer, Interrupts, Serial and Parallel communication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8</cp:revision>
  <dcterms:created xsi:type="dcterms:W3CDTF">2025-10-14T05:57:22Z</dcterms:created>
  <dcterms:modified xsi:type="dcterms:W3CDTF">2025-11-03T13:06:30Z</dcterms:modified>
</cp:coreProperties>
</file>