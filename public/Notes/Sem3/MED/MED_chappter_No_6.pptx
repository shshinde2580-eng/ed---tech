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5D1BDE-3A1D-4D74-B472-1B46F8E8787D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F51AD5-3012-4E0E-B148-B4FB4110C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633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51AD5-3012-4E0E-B148-B4FB4110CD1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340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E7B3A-42A0-4E47-A22A-714A916F9F0A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627B-30F5-40E0-B4DD-CFD55AE604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555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E7B3A-42A0-4E47-A22A-714A916F9F0A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627B-30F5-40E0-B4DD-CFD55AE604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594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E7B3A-42A0-4E47-A22A-714A916F9F0A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627B-30F5-40E0-B4DD-CFD55AE604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771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E7B3A-42A0-4E47-A22A-714A916F9F0A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627B-30F5-40E0-B4DD-CFD55AE604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138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E7B3A-42A0-4E47-A22A-714A916F9F0A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627B-30F5-40E0-B4DD-CFD55AE604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429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E7B3A-42A0-4E47-A22A-714A916F9F0A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627B-30F5-40E0-B4DD-CFD55AE604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150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E7B3A-42A0-4E47-A22A-714A916F9F0A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627B-30F5-40E0-B4DD-CFD55AE604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879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E7B3A-42A0-4E47-A22A-714A916F9F0A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627B-30F5-40E0-B4DD-CFD55AE604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007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E7B3A-42A0-4E47-A22A-714A916F9F0A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627B-30F5-40E0-B4DD-CFD55AE604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350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E7B3A-42A0-4E47-A22A-714A916F9F0A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627B-30F5-40E0-B4DD-CFD55AE604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947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E7B3A-42A0-4E47-A22A-714A916F9F0A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627B-30F5-40E0-B4DD-CFD55AE604A8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23776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E7B3A-42A0-4E47-A22A-714A916F9F0A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627B-30F5-40E0-B4DD-CFD55AE604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6309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E7B3A-42A0-4E47-A22A-714A916F9F0A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627B-30F5-40E0-B4DD-CFD55AE604A8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41150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E7B3A-42A0-4E47-A22A-714A916F9F0A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627B-30F5-40E0-B4DD-CFD55AE604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583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E7B3A-42A0-4E47-A22A-714A916F9F0A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627B-30F5-40E0-B4DD-CFD55AE604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0048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E7B3A-42A0-4E47-A22A-714A916F9F0A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7627B-30F5-40E0-B4DD-CFD55AE604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079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E7B3A-42A0-4E47-A22A-714A916F9F0A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967627B-30F5-40E0-B4DD-CFD55AE604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989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51E3-D0FF-D0E8-90B4-90F6DE1BCB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5313" y="2206487"/>
            <a:ext cx="9194490" cy="2723320"/>
          </a:xfrm>
        </p:spPr>
        <p:txBody>
          <a:bodyPr/>
          <a:lstStyle/>
          <a:p>
            <a:pPr algn="ctr"/>
            <a:r>
              <a:rPr lang="en-US" dirty="0"/>
              <a:t>Open source embedded development board (Arduino)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0097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F38BEC-BBCE-2AEA-CFFF-AEDE1A04D55A}"/>
              </a:ext>
            </a:extLst>
          </p:cNvPr>
          <p:cNvSpPr txBox="1"/>
          <p:nvPr/>
        </p:nvSpPr>
        <p:spPr>
          <a:xfrm>
            <a:off x="954157" y="289679"/>
            <a:ext cx="842838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6.1]  Arduino Birth: 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Arduino is an open source microcontroller board based on the microchip ATMega328p microcontroller.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was developed by Arduino cc and initially released in 2005.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microcontroller board is equipped with sets of digital and analogy Ilo pins that may be interfaced to various expansion boards and other ckt.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board basically has 4 digit Ilo pins and is programmed with Arduino IDE via a type B USB cable, ora barrel connector accepts voltage between 7V and 20V.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consists 2k bytes SRAM, 1kb EPROM.</a:t>
            </a:r>
          </a:p>
        </p:txBody>
      </p:sp>
    </p:spTree>
    <p:extLst>
      <p:ext uri="{BB962C8B-B14F-4D97-AF65-F5344CB8AC3E}">
        <p14:creationId xmlns:p14="http://schemas.microsoft.com/office/powerpoint/2010/main" val="124170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42EBC-49F3-44B0-82F2-570BA3871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75C840-D4B1-B0FA-9F7A-E0BBFC2D3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070" y="299468"/>
            <a:ext cx="8607288" cy="575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692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C3AF8-2D31-EBF3-CB99-360CDFA03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9C3A5D7-2FA8-68F2-1FFF-186C858CC500}"/>
              </a:ext>
            </a:extLst>
          </p:cNvPr>
          <p:cNvSpPr txBox="1"/>
          <p:nvPr/>
        </p:nvSpPr>
        <p:spPr>
          <a:xfrm>
            <a:off x="904460" y="255249"/>
            <a:ext cx="835881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USB Socket : The USB socket on the Arduino UNO has two Functions: one is the communication to connect with computer through a USB port and also to load the firmware into the Arduino with the help of the boot loader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DC Barrel Jack. The DC barrel is used to supply Power to the UNO. We can supply 7-12 v through it and hence, we can use 12v DC adapter, 9V DL adapter on the jack to the power the Arduino board.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USB TTL chip: The communication with the computer the Arduino relies on a uSB TIL interface in UNO AT Mega 328D with custom Firmware act as USB TTL interface chip.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Digital &amp; Analog I/0: The Arduino UNO has 14 digital 210 pins and 6 analog input pins. The digital I10 pins are 5v logic level and we can also use the analog pins as digital 110 foo. The Arduino Uno supports &amp; channel to bit ADC inputs through no-A5 which can be sampled and analyze using UNO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ATMega328P: The ATMega328P microcontroller UNO: use 28 pin Dlp version of ATMega328P. It is pre-programmed with a bootloader that allow to directly upload the program to Arduino through uSB without the need For an external programmer.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6374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93C69-D088-DB6E-369D-52E0C7F63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BDF984-9FED-2D91-84D4-09C36F670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509" y="96492"/>
            <a:ext cx="8337274" cy="6483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480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7C617-6C94-3DD2-6D9D-B6E8DC0AE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26E62C-FBA9-8048-73F9-9A42D5185D27}"/>
              </a:ext>
            </a:extLst>
          </p:cNvPr>
          <p:cNvSpPr txBox="1"/>
          <p:nvPr/>
        </p:nvSpPr>
        <p:spPr>
          <a:xfrm>
            <a:off x="993912" y="134683"/>
            <a:ext cx="8309113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Vin: This is the input voltage pin of the Arduino board used to provide input supply From an external power source.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5V: This pin is used as a regulated power supply voltage and it is wed to give supply to the board as well as onboard components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3.3V: This pin is used to provide a supply of 3.3V which is generated from a volta voltage regulator on the board.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GND: This pin of the Boord is used to ground the Arduino board.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Reset: This pin is used to reset the microcontroller.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Analog Pins: The pins Ao to A5 are used as an analog input and it is in the range of 0-5V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Digital Pins : The pins o to 13 are used as a digital input or output for the Arduino board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Serial Pins (DI &amp;DO) : This pins are also known as UART pin. The </a:t>
            </a:r>
            <a:r>
              <a:rPr lang="en-US" dirty="0" err="1"/>
              <a:t>Transmiter</a:t>
            </a:r>
            <a:r>
              <a:rPr lang="en-US" dirty="0"/>
              <a:t> pin no. 1 and receiver pin no.0 is used to </a:t>
            </a:r>
            <a:r>
              <a:rPr lang="en-US" dirty="0" err="1"/>
              <a:t>fransmit</a:t>
            </a:r>
            <a:r>
              <a:rPr lang="en-US" dirty="0"/>
              <a:t> </a:t>
            </a:r>
            <a:r>
              <a:rPr lang="en-US" dirty="0" err="1"/>
              <a:t>ond</a:t>
            </a:r>
            <a:r>
              <a:rPr lang="en-US" dirty="0"/>
              <a:t> receive the data respectively.</a:t>
            </a:r>
          </a:p>
        </p:txBody>
      </p:sp>
    </p:spTree>
    <p:extLst>
      <p:ext uri="{BB962C8B-B14F-4D97-AF65-F5344CB8AC3E}">
        <p14:creationId xmlns:p14="http://schemas.microsoft.com/office/powerpoint/2010/main" val="1623319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F63C6-6A23-F224-E68D-343C5A0F1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B20D8D-681E-5296-CC00-7B5DE5684B84}"/>
              </a:ext>
            </a:extLst>
          </p:cNvPr>
          <p:cNvSpPr txBox="1"/>
          <p:nvPr/>
        </p:nvSpPr>
        <p:spPr>
          <a:xfrm>
            <a:off x="884583" y="145271"/>
            <a:ext cx="836874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9. </a:t>
            </a:r>
            <a:r>
              <a:rPr lang="en-US" dirty="0" err="1"/>
              <a:t>SPl</a:t>
            </a:r>
            <a:r>
              <a:rPr lang="en-US" dirty="0"/>
              <a:t> Pins : </a:t>
            </a:r>
          </a:p>
          <a:p>
            <a:r>
              <a:rPr lang="en-US" dirty="0"/>
              <a:t>1) SS: Pin no is used as a slave select. </a:t>
            </a:r>
          </a:p>
          <a:p>
            <a:r>
              <a:rPr lang="en-US" dirty="0"/>
              <a:t>2) MOSI: pin no. 1l is used as a Master out slave in </a:t>
            </a:r>
          </a:p>
          <a:p>
            <a:r>
              <a:rPr lang="en-US" dirty="0"/>
              <a:t>3) MISO: Pin no. 12 is used as a Master in slave out </a:t>
            </a:r>
          </a:p>
          <a:p>
            <a:r>
              <a:rPr lang="en-US" dirty="0"/>
              <a:t>4) SCK : Pin no. 13 is used as a serial clock.</a:t>
            </a:r>
          </a:p>
          <a:p>
            <a:endParaRPr lang="en-US" dirty="0"/>
          </a:p>
          <a:p>
            <a:r>
              <a:rPr lang="en-US" dirty="0"/>
              <a:t>10. AREF pin : This is an analog reference pin of the Arduino board. It is used to provide a reference voltage from an external power supply</a:t>
            </a:r>
          </a:p>
          <a:p>
            <a:endParaRPr lang="en-US" dirty="0"/>
          </a:p>
          <a:p>
            <a:r>
              <a:rPr lang="en-US" dirty="0"/>
              <a:t>6.4] I/O Functions, Looping Techniques, Decision Making Techniques:-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I/O functions: These include functions to read From &amp; write to digital and analog pins for digital pins, we have Functions like digital Read() and digital Write(), while for analog pins, we use analog Read() and analog Write().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Looping Techniques :- The loop Function is the main loop where your Arduino code runs repeatedly. Common looping- techniques include using for loops, 'while loops‘ to- while loops' to iterate through tasks.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Decision Making Techniques :- Arduino supports decision making structure such as if, else if, and else statements for conditional branching. You can also use switch statements For multi-way branching based on the value of a variable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9235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7E204-7D72-90CD-9DB1-19FB4EA93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BF2CC9-74B1-CB5C-AD97-C23A5207D93A}"/>
              </a:ext>
            </a:extLst>
          </p:cNvPr>
          <p:cNvSpPr txBox="1"/>
          <p:nvPr/>
        </p:nvSpPr>
        <p:spPr>
          <a:xfrm>
            <a:off x="815009" y="172930"/>
            <a:ext cx="838862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6.5] Programming of an Arduino :-</a:t>
            </a:r>
          </a:p>
          <a:p>
            <a:endParaRPr lang="en-IN" dirty="0"/>
          </a:p>
          <a:p>
            <a:r>
              <a:rPr lang="en-IN" dirty="0"/>
              <a:t>1] LED Blink Program on Arduino:</a:t>
            </a:r>
          </a:p>
          <a:p>
            <a:endParaRPr lang="en-IN" dirty="0"/>
          </a:p>
          <a:p>
            <a:r>
              <a:rPr lang="en-IN" dirty="0"/>
              <a:t>int LED pi * 0 = 12 ;</a:t>
            </a:r>
          </a:p>
          <a:p>
            <a:r>
              <a:rPr lang="en-IN" dirty="0"/>
              <a:t>int delay T = 20000</a:t>
            </a:r>
          </a:p>
          <a:p>
            <a:r>
              <a:rPr lang="en-IN" dirty="0"/>
              <a:t>void setup() 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//put your setup code here to run once</a:t>
            </a:r>
          </a:p>
          <a:p>
            <a:r>
              <a:rPr lang="en-IN" dirty="0"/>
              <a:t>pin Mode (LED pin, OUTPUT);</a:t>
            </a:r>
          </a:p>
          <a:p>
            <a:r>
              <a:rPr lang="en-IN" dirty="0"/>
              <a:t>void loop()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// put your main code here to run repeatedly</a:t>
            </a:r>
          </a:p>
          <a:p>
            <a:r>
              <a:rPr lang="en-IN" dirty="0"/>
              <a:t>digital Write (LED Pin, HIGH);</a:t>
            </a:r>
          </a:p>
          <a:p>
            <a:r>
              <a:rPr lang="en-IN" dirty="0"/>
              <a:t>delay (delay T);</a:t>
            </a:r>
          </a:p>
          <a:p>
            <a:endParaRPr lang="en-IN" dirty="0"/>
          </a:p>
          <a:p>
            <a:r>
              <a:rPr lang="en-IN" dirty="0"/>
              <a:t>digital Write (LED pin, LOW);</a:t>
            </a:r>
          </a:p>
          <a:p>
            <a:r>
              <a:rPr lang="en-IN" dirty="0"/>
              <a:t>delay (delay T);</a:t>
            </a:r>
          </a:p>
          <a:p>
            <a:r>
              <a:rPr lang="en-US" dirty="0"/>
              <a:t>digital Write (LED pin, Low);</a:t>
            </a:r>
          </a:p>
          <a:p>
            <a:r>
              <a:rPr lang="en-US" dirty="0"/>
              <a:t> delay (delay T);</a:t>
            </a:r>
          </a:p>
          <a:p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1226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CD3AD-48B4-F25C-4320-FBBFA8C42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59B76C-C57E-558F-09A9-38DAAFF48FB0}"/>
              </a:ext>
            </a:extLst>
          </p:cNvPr>
          <p:cNvSpPr txBox="1"/>
          <p:nvPr/>
        </p:nvSpPr>
        <p:spPr>
          <a:xfrm>
            <a:off x="805069" y="0"/>
            <a:ext cx="843832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effectLst/>
                <a:latin typeface="fkGrotesk"/>
              </a:rPr>
              <a:t>2] DAC Program on Arduino (using PWM):</a:t>
            </a:r>
          </a:p>
          <a:p>
            <a:pPr algn="l">
              <a:buNone/>
            </a:pPr>
            <a:endParaRPr lang="en-US" dirty="0">
              <a:latin typeface="fkGrotesk"/>
            </a:endParaRPr>
          </a:p>
          <a:p>
            <a:r>
              <a:rPr lang="en-US" dirty="0">
                <a:latin typeface="fkGrotesk"/>
              </a:rPr>
              <a:t>void setup() {</a:t>
            </a:r>
          </a:p>
          <a:p>
            <a:r>
              <a:rPr lang="en-US" dirty="0">
                <a:latin typeface="fkGrotesk"/>
              </a:rPr>
              <a:t>  // Initialize digital pin 5 as an output pin</a:t>
            </a:r>
          </a:p>
          <a:p>
            <a:r>
              <a:rPr lang="en-US" dirty="0">
                <a:latin typeface="fkGrotesk"/>
              </a:rPr>
              <a:t>  pin Mode(5, OUTPUT);</a:t>
            </a:r>
          </a:p>
          <a:p>
            <a:r>
              <a:rPr lang="en-US" dirty="0">
                <a:latin typeface="fkGrotesk"/>
              </a:rPr>
              <a:t>}</a:t>
            </a:r>
          </a:p>
          <a:p>
            <a:r>
              <a:rPr lang="en-US" dirty="0">
                <a:latin typeface="fkGrotesk"/>
              </a:rPr>
              <a:t>void loop() {</a:t>
            </a:r>
          </a:p>
          <a:p>
            <a:r>
              <a:rPr lang="en-US" dirty="0">
                <a:latin typeface="fkGrotesk"/>
              </a:rPr>
              <a:t>  // Set PWM at roughly 50% duty cycle on pin 5 (value 130 out of 255)</a:t>
            </a:r>
          </a:p>
          <a:p>
            <a:r>
              <a:rPr lang="en-US" dirty="0">
                <a:latin typeface="fkGrotesk"/>
              </a:rPr>
              <a:t>  analog Write(5, 130);</a:t>
            </a:r>
          </a:p>
          <a:p>
            <a:r>
              <a:rPr lang="en-US" dirty="0">
                <a:latin typeface="fkGrotesk"/>
              </a:rPr>
              <a:t>}</a:t>
            </a:r>
          </a:p>
          <a:p>
            <a:pPr algn="l">
              <a:buNone/>
            </a:pPr>
            <a:endParaRPr lang="en-US" b="0" i="0" dirty="0">
              <a:effectLst/>
              <a:latin typeface="fkGrotesk"/>
            </a:endParaRPr>
          </a:p>
          <a:p>
            <a:r>
              <a:rPr lang="en-US" dirty="0"/>
              <a:t>3] DC Motor Control Program on Arduino:</a:t>
            </a:r>
          </a:p>
          <a:p>
            <a:br>
              <a:rPr lang="en-US" dirty="0"/>
            </a:br>
            <a:r>
              <a:rPr lang="en-US" dirty="0"/>
              <a:t>int pinOfMotor = 11;  // Pin 11 initialized to control motor, must be a PWM pin</a:t>
            </a:r>
          </a:p>
          <a:p>
            <a:endParaRPr lang="en-US" dirty="0"/>
          </a:p>
          <a:p>
            <a:r>
              <a:rPr lang="en-US" dirty="0"/>
              <a:t>void setup() {</a:t>
            </a:r>
          </a:p>
          <a:p>
            <a:r>
              <a:rPr lang="en-US" dirty="0"/>
              <a:t>  pinMode(pinOfMotor, OUTPUT);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void loop() {</a:t>
            </a:r>
          </a:p>
          <a:p>
            <a:r>
              <a:rPr lang="en-US" dirty="0"/>
              <a:t>  digitalWrite(pinOfMotor, HIGH);  // Turn motor ON</a:t>
            </a:r>
          </a:p>
          <a:p>
            <a:r>
              <a:rPr lang="en-US" dirty="0"/>
              <a:t>  delay(2000);                     // Run motor for 2 seconds</a:t>
            </a:r>
          </a:p>
          <a:p>
            <a:r>
              <a:rPr lang="en-US" dirty="0"/>
              <a:t>  digitalWrite(pinOfMotor, LOW);   // Turn motor OFF</a:t>
            </a:r>
          </a:p>
          <a:p>
            <a:r>
              <a:rPr lang="en-US" dirty="0"/>
              <a:t>  delay(2000);                     // Wait for 2 seconds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7651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31C45-4F4B-0A8F-C5BD-2A8356046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0126D0-7313-A4D9-3853-A9DB76244109}"/>
              </a:ext>
            </a:extLst>
          </p:cNvPr>
          <p:cNvSpPr txBox="1"/>
          <p:nvPr/>
        </p:nvSpPr>
        <p:spPr>
          <a:xfrm>
            <a:off x="884582" y="83691"/>
            <a:ext cx="838862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dirty="0"/>
              <a:t>4) stepper Motor Piogram an Arduino:</a:t>
            </a:r>
          </a:p>
          <a:p>
            <a:endParaRPr lang="nb-NO" dirty="0"/>
          </a:p>
          <a:p>
            <a:r>
              <a:rPr lang="nb-NO" dirty="0"/>
              <a:t>#include &lt;Stepper.h&gt;</a:t>
            </a:r>
          </a:p>
          <a:p>
            <a:endParaRPr lang="nb-NO" dirty="0"/>
          </a:p>
          <a:p>
            <a:r>
              <a:rPr lang="nb-NO" dirty="0"/>
              <a:t>const int stepsPerRevolution = 2048;  // 32 steps per revolution * 64 gear ratio</a:t>
            </a:r>
          </a:p>
          <a:p>
            <a:endParaRPr lang="nb-NO" dirty="0"/>
          </a:p>
          <a:p>
            <a:r>
              <a:rPr lang="nb-NO" dirty="0"/>
              <a:t>// Initialize the stepper library on pins 8, 9, 10, 11 (example pins)</a:t>
            </a:r>
          </a:p>
          <a:p>
            <a:r>
              <a:rPr lang="nb-NO" dirty="0"/>
              <a:t>Stepper myStepper(stepsPerRevolution, 8, 10, 9, 11);</a:t>
            </a:r>
          </a:p>
          <a:p>
            <a:endParaRPr lang="nb-NO" dirty="0"/>
          </a:p>
          <a:p>
            <a:r>
              <a:rPr lang="nb-NO" dirty="0"/>
              <a:t>void setup() {</a:t>
            </a:r>
          </a:p>
          <a:p>
            <a:r>
              <a:rPr lang="nb-NO" dirty="0"/>
              <a:t>  Serial.begin(9600);  // Initialize serial communication</a:t>
            </a:r>
          </a:p>
          <a:p>
            <a:r>
              <a:rPr lang="nb-NO" dirty="0"/>
              <a:t>}</a:t>
            </a:r>
          </a:p>
          <a:p>
            <a:endParaRPr lang="nb-NO" dirty="0"/>
          </a:p>
          <a:p>
            <a:r>
              <a:rPr lang="nb-NO" dirty="0"/>
              <a:t>void loop() {</a:t>
            </a:r>
          </a:p>
          <a:p>
            <a:r>
              <a:rPr lang="nb-NO" dirty="0"/>
              <a:t>  if (Serial.available() &gt; 0) {</a:t>
            </a:r>
          </a:p>
          <a:p>
            <a:r>
              <a:rPr lang="nb-NO" dirty="0"/>
              <a:t>    int val = Serial.parseInt();  // Read number of steps from serial input</a:t>
            </a:r>
          </a:p>
          <a:p>
            <a:r>
              <a:rPr lang="nb-NO" dirty="0"/>
              <a:t>    Serial.println(val);          // Print the value for debugging</a:t>
            </a:r>
          </a:p>
          <a:p>
            <a:r>
              <a:rPr lang="nb-NO" dirty="0"/>
              <a:t>    myStepper.step(val);          // Move the stepper motor by 'val' steps</a:t>
            </a:r>
          </a:p>
          <a:p>
            <a:r>
              <a:rPr lang="nb-NO" dirty="0"/>
              <a:t>  }</a:t>
            </a:r>
          </a:p>
          <a:p>
            <a:r>
              <a:rPr lang="nb-NO" dirty="0"/>
              <a:t>}</a:t>
            </a:r>
          </a:p>
          <a:p>
            <a:r>
              <a:rPr lang="nb-NO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1543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94A5A-2603-6111-2B25-E021ADEF9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241A5B-AE70-6A34-6C51-DD7B9A4AED6E}"/>
              </a:ext>
            </a:extLst>
          </p:cNvPr>
          <p:cNvSpPr txBox="1"/>
          <p:nvPr/>
        </p:nvSpPr>
        <p:spPr>
          <a:xfrm>
            <a:off x="844826" y="133386"/>
            <a:ext cx="857747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5) LCD display program on Arduino:</a:t>
            </a:r>
          </a:p>
          <a:p>
            <a:endParaRPr lang="en-US" dirty="0"/>
          </a:p>
          <a:p>
            <a:r>
              <a:rPr lang="en-IN" dirty="0"/>
              <a:t>#include &lt;</a:t>
            </a:r>
            <a:r>
              <a:rPr lang="en-IN" dirty="0" err="1"/>
              <a:t>LiquidCrystal.h</a:t>
            </a:r>
            <a:r>
              <a:rPr lang="en-IN" dirty="0"/>
              <a:t>&gt;</a:t>
            </a:r>
          </a:p>
          <a:p>
            <a:endParaRPr lang="en-IN" dirty="0"/>
          </a:p>
          <a:p>
            <a:r>
              <a:rPr lang="en-IN" dirty="0"/>
              <a:t>// Initialize the library with the numbers of the interface pins</a:t>
            </a:r>
          </a:p>
          <a:p>
            <a:r>
              <a:rPr lang="en-IN" dirty="0"/>
              <a:t>// Pins: RS=13, Enable=12, D4=6, D5=4, D6=3, D7=2</a:t>
            </a:r>
          </a:p>
          <a:p>
            <a:r>
              <a:rPr lang="en-IN" dirty="0" err="1"/>
              <a:t>LiquidCrystal</a:t>
            </a:r>
            <a:r>
              <a:rPr lang="en-IN" dirty="0"/>
              <a:t> lcd(13, 12, 6, 4, 3, 2);</a:t>
            </a:r>
          </a:p>
          <a:p>
            <a:endParaRPr lang="en-IN" dirty="0"/>
          </a:p>
          <a:p>
            <a:r>
              <a:rPr lang="en-IN" dirty="0"/>
              <a:t>void setup() {</a:t>
            </a:r>
          </a:p>
          <a:p>
            <a:r>
              <a:rPr lang="en-IN" dirty="0"/>
              <a:t>  // Set up the LCD's number of columns and rows</a:t>
            </a:r>
          </a:p>
          <a:p>
            <a:r>
              <a:rPr lang="en-IN" dirty="0"/>
              <a:t>  </a:t>
            </a:r>
            <a:r>
              <a:rPr lang="en-IN" dirty="0" err="1"/>
              <a:t>lcd.begin</a:t>
            </a:r>
            <a:r>
              <a:rPr lang="en-IN" dirty="0"/>
              <a:t>(16, 2);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void loop() {</a:t>
            </a:r>
          </a:p>
          <a:p>
            <a:r>
              <a:rPr lang="en-IN" dirty="0"/>
              <a:t>  // Set the cursor to column 0, line 0 (first row)</a:t>
            </a:r>
          </a:p>
          <a:p>
            <a:r>
              <a:rPr lang="en-IN" dirty="0"/>
              <a:t>  </a:t>
            </a:r>
            <a:r>
              <a:rPr lang="en-IN" dirty="0" err="1"/>
              <a:t>lcd.setCursor</a:t>
            </a:r>
            <a:r>
              <a:rPr lang="en-IN" dirty="0"/>
              <a:t>(0, 0);</a:t>
            </a:r>
          </a:p>
          <a:p>
            <a:r>
              <a:rPr lang="en-IN" dirty="0"/>
              <a:t>  </a:t>
            </a:r>
            <a:r>
              <a:rPr lang="en-IN" dirty="0" err="1"/>
              <a:t>lcd.print</a:t>
            </a:r>
            <a:r>
              <a:rPr lang="en-IN" dirty="0"/>
              <a:t>("Time in seconds:");</a:t>
            </a:r>
          </a:p>
          <a:p>
            <a:endParaRPr lang="en-IN" dirty="0"/>
          </a:p>
          <a:p>
            <a:r>
              <a:rPr lang="en-IN" dirty="0"/>
              <a:t>  // Set the cursor to column 0, line 1 (second row)</a:t>
            </a:r>
          </a:p>
          <a:p>
            <a:r>
              <a:rPr lang="en-IN" dirty="0"/>
              <a:t>  </a:t>
            </a:r>
            <a:r>
              <a:rPr lang="en-IN" dirty="0" err="1"/>
              <a:t>lcd.setCursor</a:t>
            </a:r>
            <a:r>
              <a:rPr lang="en-IN" dirty="0"/>
              <a:t>(0, 1);</a:t>
            </a:r>
          </a:p>
          <a:p>
            <a:r>
              <a:rPr lang="en-IN" dirty="0"/>
              <a:t>  </a:t>
            </a:r>
            <a:r>
              <a:rPr lang="en-IN" dirty="0" err="1"/>
              <a:t>lcd.print</a:t>
            </a:r>
            <a:r>
              <a:rPr lang="en-IN" dirty="0"/>
              <a:t>(</a:t>
            </a:r>
            <a:r>
              <a:rPr lang="en-IN" dirty="0" err="1"/>
              <a:t>millis</a:t>
            </a:r>
            <a:r>
              <a:rPr lang="en-IN" dirty="0"/>
              <a:t>() / 1000);  // Display number of seconds since program started</a:t>
            </a:r>
          </a:p>
          <a:p>
            <a:endParaRPr lang="en-IN" dirty="0"/>
          </a:p>
          <a:p>
            <a:r>
              <a:rPr lang="en-IN" dirty="0"/>
              <a:t>  delay(1000);  // Update every 1 second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97355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645BA-A045-7D87-5F78-90787D3D2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26E0CC-8B3C-2998-70BC-9589CBED99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721" t="10681" r="4903" b="10586"/>
          <a:stretch>
            <a:fillRect/>
          </a:stretch>
        </p:blipFill>
        <p:spPr>
          <a:xfrm>
            <a:off x="1818860" y="0"/>
            <a:ext cx="5476461" cy="15523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A297CF-C05F-97DC-019A-818E5C3D6B2E}"/>
              </a:ext>
            </a:extLst>
          </p:cNvPr>
          <p:cNvSpPr txBox="1"/>
          <p:nvPr/>
        </p:nvSpPr>
        <p:spPr>
          <a:xfrm>
            <a:off x="616223" y="1747337"/>
            <a:ext cx="8696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6]  7- segment display program an Arduino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9021BD-FC67-D4F4-5844-6F04D28152DB}"/>
              </a:ext>
            </a:extLst>
          </p:cNvPr>
          <p:cNvSpPr txBox="1"/>
          <p:nvPr/>
        </p:nvSpPr>
        <p:spPr>
          <a:xfrm>
            <a:off x="892861" y="2116669"/>
            <a:ext cx="814346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const</a:t>
            </a:r>
            <a:r>
              <a:rPr lang="en-IN" dirty="0"/>
              <a:t> int a = 2;</a:t>
            </a:r>
          </a:p>
          <a:p>
            <a:r>
              <a:rPr lang="en-IN" dirty="0" err="1"/>
              <a:t>const</a:t>
            </a:r>
            <a:r>
              <a:rPr lang="en-IN" dirty="0"/>
              <a:t> int b = 3;</a:t>
            </a:r>
          </a:p>
          <a:p>
            <a:r>
              <a:rPr lang="en-IN" dirty="0" err="1"/>
              <a:t>const</a:t>
            </a:r>
            <a:r>
              <a:rPr lang="en-IN" dirty="0"/>
              <a:t> int c = 4;</a:t>
            </a:r>
          </a:p>
          <a:p>
            <a:r>
              <a:rPr lang="en-IN" dirty="0" err="1"/>
              <a:t>const</a:t>
            </a:r>
            <a:r>
              <a:rPr lang="en-IN" dirty="0"/>
              <a:t> int d = 5;</a:t>
            </a:r>
          </a:p>
          <a:p>
            <a:r>
              <a:rPr lang="en-IN" dirty="0" err="1"/>
              <a:t>const</a:t>
            </a:r>
            <a:r>
              <a:rPr lang="en-IN" dirty="0"/>
              <a:t> int e = 6;</a:t>
            </a:r>
          </a:p>
          <a:p>
            <a:r>
              <a:rPr lang="en-IN" dirty="0" err="1"/>
              <a:t>const</a:t>
            </a:r>
            <a:r>
              <a:rPr lang="en-IN" dirty="0"/>
              <a:t> int f = 7;</a:t>
            </a:r>
          </a:p>
          <a:p>
            <a:r>
              <a:rPr lang="en-IN" dirty="0" err="1"/>
              <a:t>const</a:t>
            </a:r>
            <a:r>
              <a:rPr lang="en-IN" dirty="0"/>
              <a:t> int g = 8;</a:t>
            </a:r>
          </a:p>
          <a:p>
            <a:endParaRPr lang="en-IN" dirty="0"/>
          </a:p>
          <a:p>
            <a:r>
              <a:rPr lang="en-IN" dirty="0"/>
              <a:t>void setup() {</a:t>
            </a:r>
          </a:p>
          <a:p>
            <a:r>
              <a:rPr lang="en-IN" dirty="0"/>
              <a:t>  </a:t>
            </a:r>
            <a:r>
              <a:rPr lang="en-IN" dirty="0" err="1"/>
              <a:t>pinMode</a:t>
            </a:r>
            <a:r>
              <a:rPr lang="en-IN" dirty="0"/>
              <a:t>(a, OUTPUT);</a:t>
            </a:r>
          </a:p>
          <a:p>
            <a:r>
              <a:rPr lang="en-IN" dirty="0"/>
              <a:t>  </a:t>
            </a:r>
            <a:r>
              <a:rPr lang="en-IN" dirty="0" err="1"/>
              <a:t>pinMode</a:t>
            </a:r>
            <a:r>
              <a:rPr lang="en-IN" dirty="0"/>
              <a:t>(b, OUTPUT);</a:t>
            </a:r>
          </a:p>
          <a:p>
            <a:r>
              <a:rPr lang="en-IN" dirty="0"/>
              <a:t>  </a:t>
            </a:r>
            <a:r>
              <a:rPr lang="en-IN" dirty="0" err="1"/>
              <a:t>pinMode</a:t>
            </a:r>
            <a:r>
              <a:rPr lang="en-IN" dirty="0"/>
              <a:t>(c, OUTPUT);</a:t>
            </a:r>
          </a:p>
          <a:p>
            <a:r>
              <a:rPr lang="en-IN" dirty="0"/>
              <a:t>  </a:t>
            </a:r>
            <a:r>
              <a:rPr lang="en-IN" dirty="0" err="1"/>
              <a:t>pinMode</a:t>
            </a:r>
            <a:r>
              <a:rPr lang="en-IN" dirty="0"/>
              <a:t>(d, OUTPUT);</a:t>
            </a:r>
          </a:p>
          <a:p>
            <a:r>
              <a:rPr lang="en-IN" dirty="0"/>
              <a:t>  </a:t>
            </a:r>
            <a:r>
              <a:rPr lang="en-IN" dirty="0" err="1"/>
              <a:t>pinMode</a:t>
            </a:r>
            <a:r>
              <a:rPr lang="en-IN" dirty="0"/>
              <a:t>(e, OUTPUT);</a:t>
            </a:r>
          </a:p>
          <a:p>
            <a:r>
              <a:rPr lang="en-IN" dirty="0"/>
              <a:t>  </a:t>
            </a:r>
            <a:r>
              <a:rPr lang="en-IN" dirty="0" err="1"/>
              <a:t>pinMode</a:t>
            </a:r>
            <a:r>
              <a:rPr lang="en-IN" dirty="0"/>
              <a:t>(f, OUTPUT);</a:t>
            </a:r>
          </a:p>
          <a:p>
            <a:r>
              <a:rPr lang="en-IN" dirty="0"/>
              <a:t>  </a:t>
            </a:r>
            <a:r>
              <a:rPr lang="en-IN" dirty="0" err="1"/>
              <a:t>pinMode</a:t>
            </a:r>
            <a:r>
              <a:rPr lang="en-IN" dirty="0"/>
              <a:t>(g, OUTPUT);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27295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11D28-5DE0-A5AA-976E-9ECEE738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4D838F-5921-3D8E-ED19-AA5BEA250A22}"/>
              </a:ext>
            </a:extLst>
          </p:cNvPr>
          <p:cNvSpPr txBox="1"/>
          <p:nvPr/>
        </p:nvSpPr>
        <p:spPr>
          <a:xfrm>
            <a:off x="927652" y="188843"/>
            <a:ext cx="718267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void zero() {</a:t>
            </a:r>
          </a:p>
          <a:p>
            <a:r>
              <a:rPr lang="en-IN" dirty="0"/>
              <a:t>  </a:t>
            </a:r>
            <a:r>
              <a:rPr lang="en-IN" dirty="0" err="1"/>
              <a:t>digitalWrite</a:t>
            </a:r>
            <a:r>
              <a:rPr lang="en-IN" dirty="0"/>
              <a:t>(a, HIGH);</a:t>
            </a:r>
          </a:p>
          <a:p>
            <a:r>
              <a:rPr lang="en-IN" dirty="0"/>
              <a:t>  </a:t>
            </a:r>
            <a:r>
              <a:rPr lang="en-IN" dirty="0" err="1"/>
              <a:t>digitalWrite</a:t>
            </a:r>
            <a:r>
              <a:rPr lang="en-IN" dirty="0"/>
              <a:t>(b, HIGH);</a:t>
            </a:r>
          </a:p>
          <a:p>
            <a:r>
              <a:rPr lang="en-IN" dirty="0"/>
              <a:t>  </a:t>
            </a:r>
            <a:r>
              <a:rPr lang="en-IN" dirty="0" err="1"/>
              <a:t>digitalWrite</a:t>
            </a:r>
            <a:r>
              <a:rPr lang="en-IN" dirty="0"/>
              <a:t>(c, HIGH);</a:t>
            </a:r>
          </a:p>
          <a:p>
            <a:r>
              <a:rPr lang="en-IN" dirty="0"/>
              <a:t>  </a:t>
            </a:r>
            <a:r>
              <a:rPr lang="en-IN" dirty="0" err="1"/>
              <a:t>digitalWrite</a:t>
            </a:r>
            <a:r>
              <a:rPr lang="en-IN" dirty="0"/>
              <a:t>(d, HIGH);</a:t>
            </a:r>
          </a:p>
          <a:p>
            <a:r>
              <a:rPr lang="en-IN" dirty="0"/>
              <a:t>  </a:t>
            </a:r>
            <a:r>
              <a:rPr lang="en-IN" dirty="0" err="1"/>
              <a:t>digitalWrite</a:t>
            </a:r>
            <a:r>
              <a:rPr lang="en-IN" dirty="0"/>
              <a:t>(e, HIGH);</a:t>
            </a:r>
          </a:p>
          <a:p>
            <a:r>
              <a:rPr lang="en-IN" dirty="0"/>
              <a:t>  </a:t>
            </a:r>
            <a:r>
              <a:rPr lang="en-IN" dirty="0" err="1"/>
              <a:t>digitalWrite</a:t>
            </a:r>
            <a:r>
              <a:rPr lang="en-IN" dirty="0"/>
              <a:t>(f, HIGH);</a:t>
            </a:r>
          </a:p>
          <a:p>
            <a:r>
              <a:rPr lang="en-IN" dirty="0"/>
              <a:t>  </a:t>
            </a:r>
            <a:r>
              <a:rPr lang="en-IN" dirty="0" err="1"/>
              <a:t>digitalWrite</a:t>
            </a:r>
            <a:r>
              <a:rPr lang="en-IN" dirty="0"/>
              <a:t>(g, LOW);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void one() {</a:t>
            </a:r>
          </a:p>
          <a:p>
            <a:r>
              <a:rPr lang="en-IN" dirty="0"/>
              <a:t>  </a:t>
            </a:r>
            <a:r>
              <a:rPr lang="en-IN" dirty="0" err="1"/>
              <a:t>digitalWrite</a:t>
            </a:r>
            <a:r>
              <a:rPr lang="en-IN" dirty="0"/>
              <a:t>(a, LOW);</a:t>
            </a:r>
          </a:p>
          <a:p>
            <a:r>
              <a:rPr lang="en-IN" dirty="0"/>
              <a:t>  </a:t>
            </a:r>
            <a:r>
              <a:rPr lang="en-IN" dirty="0" err="1"/>
              <a:t>digitalWrite</a:t>
            </a:r>
            <a:r>
              <a:rPr lang="en-IN" dirty="0"/>
              <a:t>(b, HIGH);</a:t>
            </a:r>
          </a:p>
          <a:p>
            <a:r>
              <a:rPr lang="en-IN" dirty="0"/>
              <a:t>  </a:t>
            </a:r>
            <a:r>
              <a:rPr lang="en-IN" dirty="0" err="1"/>
              <a:t>digitalWrite</a:t>
            </a:r>
            <a:r>
              <a:rPr lang="en-IN" dirty="0"/>
              <a:t>(c, HIGH);</a:t>
            </a:r>
          </a:p>
          <a:p>
            <a:r>
              <a:rPr lang="en-IN" dirty="0"/>
              <a:t>  </a:t>
            </a:r>
            <a:r>
              <a:rPr lang="en-IN" dirty="0" err="1"/>
              <a:t>digitalWrite</a:t>
            </a:r>
            <a:r>
              <a:rPr lang="en-IN" dirty="0"/>
              <a:t>(d, LOW);</a:t>
            </a:r>
          </a:p>
          <a:p>
            <a:r>
              <a:rPr lang="en-IN" dirty="0"/>
              <a:t>  </a:t>
            </a:r>
            <a:r>
              <a:rPr lang="en-IN" dirty="0" err="1"/>
              <a:t>digitalWrite</a:t>
            </a:r>
            <a:r>
              <a:rPr lang="en-IN" dirty="0"/>
              <a:t>(e, LOW);</a:t>
            </a:r>
          </a:p>
          <a:p>
            <a:r>
              <a:rPr lang="en-IN" dirty="0"/>
              <a:t>  </a:t>
            </a:r>
            <a:r>
              <a:rPr lang="en-IN" dirty="0" err="1"/>
              <a:t>digitalWrite</a:t>
            </a:r>
            <a:r>
              <a:rPr lang="en-IN" dirty="0"/>
              <a:t>(f, LOW);</a:t>
            </a:r>
          </a:p>
          <a:p>
            <a:r>
              <a:rPr lang="en-IN" dirty="0"/>
              <a:t>  </a:t>
            </a:r>
            <a:r>
              <a:rPr lang="en-IN" dirty="0" err="1"/>
              <a:t>digitalWrite</a:t>
            </a:r>
            <a:r>
              <a:rPr lang="en-IN" dirty="0"/>
              <a:t>(g, LOW);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2602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59D00-F77F-4558-60D5-2B5039A08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3A12EC-9AE7-8FF0-82FA-D8A2E18DBCCC}"/>
              </a:ext>
            </a:extLst>
          </p:cNvPr>
          <p:cNvSpPr txBox="1"/>
          <p:nvPr/>
        </p:nvSpPr>
        <p:spPr>
          <a:xfrm>
            <a:off x="834886" y="0"/>
            <a:ext cx="835880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void two() {</a:t>
            </a:r>
          </a:p>
          <a:p>
            <a:r>
              <a:rPr lang="en-IN" dirty="0"/>
              <a:t>  </a:t>
            </a:r>
            <a:r>
              <a:rPr lang="en-IN" dirty="0" err="1"/>
              <a:t>digitalWrite</a:t>
            </a:r>
            <a:r>
              <a:rPr lang="en-IN" dirty="0"/>
              <a:t>(a, HIGH);</a:t>
            </a:r>
          </a:p>
          <a:p>
            <a:r>
              <a:rPr lang="en-IN" dirty="0"/>
              <a:t>  </a:t>
            </a:r>
            <a:r>
              <a:rPr lang="en-IN" dirty="0" err="1"/>
              <a:t>digitalWrite</a:t>
            </a:r>
            <a:r>
              <a:rPr lang="en-IN" dirty="0"/>
              <a:t>(b, HIGH);</a:t>
            </a:r>
          </a:p>
          <a:p>
            <a:r>
              <a:rPr lang="en-IN" dirty="0"/>
              <a:t>  </a:t>
            </a:r>
            <a:r>
              <a:rPr lang="en-IN" dirty="0" err="1"/>
              <a:t>digitalWrite</a:t>
            </a:r>
            <a:r>
              <a:rPr lang="en-IN" dirty="0"/>
              <a:t>(c, LOW);</a:t>
            </a:r>
          </a:p>
          <a:p>
            <a:r>
              <a:rPr lang="en-IN" dirty="0"/>
              <a:t>  </a:t>
            </a:r>
            <a:r>
              <a:rPr lang="en-IN" dirty="0" err="1"/>
              <a:t>digitalWrite</a:t>
            </a:r>
            <a:r>
              <a:rPr lang="en-IN" dirty="0"/>
              <a:t>(d, HIGH);</a:t>
            </a:r>
          </a:p>
          <a:p>
            <a:r>
              <a:rPr lang="en-IN" dirty="0"/>
              <a:t>  </a:t>
            </a:r>
            <a:r>
              <a:rPr lang="en-IN" dirty="0" err="1"/>
              <a:t>digitalWrite</a:t>
            </a:r>
            <a:r>
              <a:rPr lang="en-IN" dirty="0"/>
              <a:t>(e, HIGH);</a:t>
            </a:r>
          </a:p>
          <a:p>
            <a:r>
              <a:rPr lang="en-IN" dirty="0"/>
              <a:t>  </a:t>
            </a:r>
            <a:r>
              <a:rPr lang="en-IN" dirty="0" err="1"/>
              <a:t>digitalWrite</a:t>
            </a:r>
            <a:r>
              <a:rPr lang="en-IN" dirty="0"/>
              <a:t>(f, LOW);</a:t>
            </a:r>
          </a:p>
          <a:p>
            <a:r>
              <a:rPr lang="en-IN" dirty="0"/>
              <a:t>  </a:t>
            </a:r>
            <a:r>
              <a:rPr lang="en-IN" dirty="0" err="1"/>
              <a:t>digitalWrite</a:t>
            </a:r>
            <a:r>
              <a:rPr lang="en-IN" dirty="0"/>
              <a:t>(g, HIGH);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void three() {</a:t>
            </a:r>
          </a:p>
          <a:p>
            <a:r>
              <a:rPr lang="en-IN" dirty="0"/>
              <a:t>  </a:t>
            </a:r>
            <a:r>
              <a:rPr lang="en-IN" dirty="0" err="1"/>
              <a:t>digitalWrite</a:t>
            </a:r>
            <a:r>
              <a:rPr lang="en-IN" dirty="0"/>
              <a:t>(a, HIGH);</a:t>
            </a:r>
          </a:p>
          <a:p>
            <a:r>
              <a:rPr lang="en-IN" dirty="0"/>
              <a:t>  </a:t>
            </a:r>
            <a:r>
              <a:rPr lang="en-IN" dirty="0" err="1"/>
              <a:t>digitalWrite</a:t>
            </a:r>
            <a:r>
              <a:rPr lang="en-IN" dirty="0"/>
              <a:t>(b, HIGH);</a:t>
            </a:r>
          </a:p>
          <a:p>
            <a:r>
              <a:rPr lang="en-IN" dirty="0"/>
              <a:t>  </a:t>
            </a:r>
            <a:r>
              <a:rPr lang="en-IN" dirty="0" err="1"/>
              <a:t>digitalWrite</a:t>
            </a:r>
            <a:r>
              <a:rPr lang="en-IN" dirty="0"/>
              <a:t>(c, HIGH);</a:t>
            </a:r>
          </a:p>
          <a:p>
            <a:r>
              <a:rPr lang="en-IN" dirty="0"/>
              <a:t>  </a:t>
            </a:r>
            <a:r>
              <a:rPr lang="en-IN" dirty="0" err="1"/>
              <a:t>digitalWrite</a:t>
            </a:r>
            <a:r>
              <a:rPr lang="en-IN" dirty="0"/>
              <a:t>(d, HIGH);</a:t>
            </a:r>
          </a:p>
          <a:p>
            <a:r>
              <a:rPr lang="en-IN" dirty="0"/>
              <a:t>  </a:t>
            </a:r>
            <a:r>
              <a:rPr lang="en-IN" dirty="0" err="1"/>
              <a:t>digitalWrite</a:t>
            </a:r>
            <a:r>
              <a:rPr lang="en-IN" dirty="0"/>
              <a:t>(e, LOW);</a:t>
            </a:r>
          </a:p>
          <a:p>
            <a:r>
              <a:rPr lang="en-IN" dirty="0"/>
              <a:t>  </a:t>
            </a:r>
            <a:r>
              <a:rPr lang="en-IN" dirty="0" err="1"/>
              <a:t>digitalWrite</a:t>
            </a:r>
            <a:r>
              <a:rPr lang="en-IN" dirty="0"/>
              <a:t>(f, LOW);</a:t>
            </a:r>
          </a:p>
          <a:p>
            <a:r>
              <a:rPr lang="en-IN" dirty="0"/>
              <a:t>  </a:t>
            </a:r>
            <a:r>
              <a:rPr lang="en-IN" dirty="0" err="1"/>
              <a:t>digitalWrite</a:t>
            </a:r>
            <a:r>
              <a:rPr lang="en-IN" dirty="0"/>
              <a:t>(g, HIGH);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4182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30497-D89B-C9ED-39B7-C7149735E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CC83FB-657A-F4AE-7AEE-026B1A3F3BAF}"/>
              </a:ext>
            </a:extLst>
          </p:cNvPr>
          <p:cNvSpPr txBox="1"/>
          <p:nvPr/>
        </p:nvSpPr>
        <p:spPr>
          <a:xfrm>
            <a:off x="954156" y="218734"/>
            <a:ext cx="610262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void loop() {</a:t>
            </a:r>
          </a:p>
          <a:p>
            <a:r>
              <a:rPr lang="en-IN" dirty="0"/>
              <a:t>  zero();</a:t>
            </a:r>
          </a:p>
          <a:p>
            <a:r>
              <a:rPr lang="en-IN" dirty="0"/>
              <a:t>  delay(2000);</a:t>
            </a:r>
          </a:p>
          <a:p>
            <a:r>
              <a:rPr lang="en-IN" dirty="0"/>
              <a:t>  one();</a:t>
            </a:r>
          </a:p>
          <a:p>
            <a:r>
              <a:rPr lang="en-IN" dirty="0"/>
              <a:t>  delay(2000);</a:t>
            </a:r>
          </a:p>
          <a:p>
            <a:r>
              <a:rPr lang="en-IN" dirty="0"/>
              <a:t>  two();</a:t>
            </a:r>
          </a:p>
          <a:p>
            <a:r>
              <a:rPr lang="en-IN" dirty="0"/>
              <a:t>  delay(2000);</a:t>
            </a:r>
          </a:p>
          <a:p>
            <a:r>
              <a:rPr lang="en-IN" dirty="0"/>
              <a:t>  three();</a:t>
            </a:r>
          </a:p>
          <a:p>
            <a:r>
              <a:rPr lang="en-IN" dirty="0"/>
              <a:t>  delay(2000);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7475798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36</TotalTime>
  <Words>1669</Words>
  <Application>Microsoft Office PowerPoint</Application>
  <PresentationFormat>Widescreen</PresentationFormat>
  <Paragraphs>207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fkGrotesk</vt:lpstr>
      <vt:lpstr>Trebuchet MS</vt:lpstr>
      <vt:lpstr>Wingdings</vt:lpstr>
      <vt:lpstr>Wingdings 3</vt:lpstr>
      <vt:lpstr>Facet</vt:lpstr>
      <vt:lpstr>Open source embedded development board (Arduino)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shshinde2580@gmail.com</dc:creator>
  <cp:lastModifiedBy>shshinde2580@gmail.com</cp:lastModifiedBy>
  <cp:revision>1</cp:revision>
  <dcterms:created xsi:type="dcterms:W3CDTF">2025-11-03T14:45:54Z</dcterms:created>
  <dcterms:modified xsi:type="dcterms:W3CDTF">2025-11-03T15:22:04Z</dcterms:modified>
</cp:coreProperties>
</file>