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406C53-39C3-4871-BCDD-4D297FF0761C}" v="69" dt="2025-10-05T11:05:32.836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shinde2580@gmail.com" userId="86fdf0c531315612" providerId="LiveId" clId="{80EF1F59-5901-4077-BC9B-DA299863282D}"/>
    <pc:docChg chg="undo custSel delSld modSld">
      <pc:chgData name="shshinde2580@gmail.com" userId="86fdf0c531315612" providerId="LiveId" clId="{80EF1F59-5901-4077-BC9B-DA299863282D}" dt="2025-10-05T11:07:34.904" v="479" actId="2696"/>
      <pc:docMkLst>
        <pc:docMk/>
      </pc:docMkLst>
      <pc:sldChg chg="addSp modSp mod">
        <pc:chgData name="shshinde2580@gmail.com" userId="86fdf0c531315612" providerId="LiveId" clId="{80EF1F59-5901-4077-BC9B-DA299863282D}" dt="2025-10-05T10:32:13.335" v="14" actId="113"/>
        <pc:sldMkLst>
          <pc:docMk/>
          <pc:sldMk cId="2762393158" sldId="258"/>
        </pc:sldMkLst>
        <pc:spChg chg="add mod">
          <ac:chgData name="shshinde2580@gmail.com" userId="86fdf0c531315612" providerId="LiveId" clId="{80EF1F59-5901-4077-BC9B-DA299863282D}" dt="2025-10-05T10:31:15.743" v="5" actId="113"/>
          <ac:spMkLst>
            <pc:docMk/>
            <pc:sldMk cId="2762393158" sldId="258"/>
            <ac:spMk id="3" creationId="{A47EC948-6AF8-34C3-08BF-A3CAB18793CC}"/>
          </ac:spMkLst>
        </pc:spChg>
        <pc:spChg chg="add mod">
          <ac:chgData name="shshinde2580@gmail.com" userId="86fdf0c531315612" providerId="LiveId" clId="{80EF1F59-5901-4077-BC9B-DA299863282D}" dt="2025-10-05T10:31:53.122" v="9" actId="113"/>
          <ac:spMkLst>
            <pc:docMk/>
            <pc:sldMk cId="2762393158" sldId="258"/>
            <ac:spMk id="5" creationId="{B7F7F63A-51D4-C824-2534-311EA272B8A9}"/>
          </ac:spMkLst>
        </pc:spChg>
        <pc:spChg chg="add mod">
          <ac:chgData name="shshinde2580@gmail.com" userId="86fdf0c531315612" providerId="LiveId" clId="{80EF1F59-5901-4077-BC9B-DA299863282D}" dt="2025-10-05T10:32:13.335" v="14" actId="113"/>
          <ac:spMkLst>
            <pc:docMk/>
            <pc:sldMk cId="2762393158" sldId="258"/>
            <ac:spMk id="7" creationId="{63F7F7BB-3E51-624D-1AD1-7FC9B72A32B8}"/>
          </ac:spMkLst>
        </pc:spChg>
      </pc:sldChg>
      <pc:sldChg chg="addSp modSp mod">
        <pc:chgData name="shshinde2580@gmail.com" userId="86fdf0c531315612" providerId="LiveId" clId="{80EF1F59-5901-4077-BC9B-DA299863282D}" dt="2025-10-05T10:32:54.768" v="25" actId="113"/>
        <pc:sldMkLst>
          <pc:docMk/>
          <pc:sldMk cId="4180457561" sldId="259"/>
        </pc:sldMkLst>
        <pc:spChg chg="add mod">
          <ac:chgData name="shshinde2580@gmail.com" userId="86fdf0c531315612" providerId="LiveId" clId="{80EF1F59-5901-4077-BC9B-DA299863282D}" dt="2025-10-05T10:32:54.768" v="25" actId="113"/>
          <ac:spMkLst>
            <pc:docMk/>
            <pc:sldMk cId="4180457561" sldId="259"/>
            <ac:spMk id="3" creationId="{BE6F42ED-DB12-67DC-099D-597A7E95B6AE}"/>
          </ac:spMkLst>
        </pc:spChg>
      </pc:sldChg>
      <pc:sldChg chg="addSp modSp mod">
        <pc:chgData name="shshinde2580@gmail.com" userId="86fdf0c531315612" providerId="LiveId" clId="{80EF1F59-5901-4077-BC9B-DA299863282D}" dt="2025-10-05T10:34:07.387" v="33" actId="113"/>
        <pc:sldMkLst>
          <pc:docMk/>
          <pc:sldMk cId="3726434548" sldId="260"/>
        </pc:sldMkLst>
        <pc:spChg chg="add mod">
          <ac:chgData name="shshinde2580@gmail.com" userId="86fdf0c531315612" providerId="LiveId" clId="{80EF1F59-5901-4077-BC9B-DA299863282D}" dt="2025-10-05T10:34:07.387" v="33" actId="113"/>
          <ac:spMkLst>
            <pc:docMk/>
            <pc:sldMk cId="3726434548" sldId="260"/>
            <ac:spMk id="3" creationId="{7680A481-0CED-2008-A80E-186A939A54C5}"/>
          </ac:spMkLst>
        </pc:spChg>
      </pc:sldChg>
      <pc:sldChg chg="addSp modSp mod">
        <pc:chgData name="shshinde2580@gmail.com" userId="86fdf0c531315612" providerId="LiveId" clId="{80EF1F59-5901-4077-BC9B-DA299863282D}" dt="2025-10-05T10:43:20.695" v="69" actId="113"/>
        <pc:sldMkLst>
          <pc:docMk/>
          <pc:sldMk cId="3526818850" sldId="261"/>
        </pc:sldMkLst>
        <pc:spChg chg="add mod">
          <ac:chgData name="shshinde2580@gmail.com" userId="86fdf0c531315612" providerId="LiveId" clId="{80EF1F59-5901-4077-BC9B-DA299863282D}" dt="2025-10-05T10:41:10.200" v="41" actId="113"/>
          <ac:spMkLst>
            <pc:docMk/>
            <pc:sldMk cId="3526818850" sldId="261"/>
            <ac:spMk id="3" creationId="{DE077E06-8D5E-1E6F-2851-74E31476EE5F}"/>
          </ac:spMkLst>
        </pc:spChg>
        <pc:spChg chg="add mod">
          <ac:chgData name="shshinde2580@gmail.com" userId="86fdf0c531315612" providerId="LiveId" clId="{80EF1F59-5901-4077-BC9B-DA299863282D}" dt="2025-10-05T10:42:03.009" v="51" actId="113"/>
          <ac:spMkLst>
            <pc:docMk/>
            <pc:sldMk cId="3526818850" sldId="261"/>
            <ac:spMk id="5" creationId="{818DD435-BF5F-1033-CB67-80F0AD59BADF}"/>
          </ac:spMkLst>
        </pc:spChg>
        <pc:spChg chg="add mod">
          <ac:chgData name="shshinde2580@gmail.com" userId="86fdf0c531315612" providerId="LiveId" clId="{80EF1F59-5901-4077-BC9B-DA299863282D}" dt="2025-10-05T10:43:20.695" v="69" actId="113"/>
          <ac:spMkLst>
            <pc:docMk/>
            <pc:sldMk cId="3526818850" sldId="261"/>
            <ac:spMk id="7" creationId="{76E03E69-FC7A-2908-0C06-7CCB1ED2850D}"/>
          </ac:spMkLst>
        </pc:spChg>
      </pc:sldChg>
      <pc:sldChg chg="addSp modSp mod">
        <pc:chgData name="shshinde2580@gmail.com" userId="86fdf0c531315612" providerId="LiveId" clId="{80EF1F59-5901-4077-BC9B-DA299863282D}" dt="2025-10-05T10:44:20.938" v="79" actId="1076"/>
        <pc:sldMkLst>
          <pc:docMk/>
          <pc:sldMk cId="791342691" sldId="262"/>
        </pc:sldMkLst>
        <pc:spChg chg="add mod">
          <ac:chgData name="shshinde2580@gmail.com" userId="86fdf0c531315612" providerId="LiveId" clId="{80EF1F59-5901-4077-BC9B-DA299863282D}" dt="2025-10-05T10:43:30.447" v="73" actId="1076"/>
          <ac:spMkLst>
            <pc:docMk/>
            <pc:sldMk cId="791342691" sldId="262"/>
            <ac:spMk id="3" creationId="{C0D59A31-0A51-5CAD-97E7-95AB33867C76}"/>
          </ac:spMkLst>
        </pc:spChg>
        <pc:spChg chg="add mod">
          <ac:chgData name="shshinde2580@gmail.com" userId="86fdf0c531315612" providerId="LiveId" clId="{80EF1F59-5901-4077-BC9B-DA299863282D}" dt="2025-10-05T10:44:20.938" v="79" actId="1076"/>
          <ac:spMkLst>
            <pc:docMk/>
            <pc:sldMk cId="791342691" sldId="262"/>
            <ac:spMk id="5" creationId="{89C49010-6DF0-74A7-6EB4-148DD385B769}"/>
          </ac:spMkLst>
        </pc:spChg>
      </pc:sldChg>
      <pc:sldChg chg="addSp modSp mod">
        <pc:chgData name="shshinde2580@gmail.com" userId="86fdf0c531315612" providerId="LiveId" clId="{80EF1F59-5901-4077-BC9B-DA299863282D}" dt="2025-10-05T10:45:08.297" v="92" actId="20577"/>
        <pc:sldMkLst>
          <pc:docMk/>
          <pc:sldMk cId="3154659742" sldId="263"/>
        </pc:sldMkLst>
        <pc:spChg chg="add mod">
          <ac:chgData name="shshinde2580@gmail.com" userId="86fdf0c531315612" providerId="LiveId" clId="{80EF1F59-5901-4077-BC9B-DA299863282D}" dt="2025-10-05T10:45:08.297" v="92" actId="20577"/>
          <ac:spMkLst>
            <pc:docMk/>
            <pc:sldMk cId="3154659742" sldId="263"/>
            <ac:spMk id="3" creationId="{A062C7AF-17E6-9178-1711-6083AED57A68}"/>
          </ac:spMkLst>
        </pc:spChg>
      </pc:sldChg>
      <pc:sldChg chg="addSp modSp mod">
        <pc:chgData name="shshinde2580@gmail.com" userId="86fdf0c531315612" providerId="LiveId" clId="{80EF1F59-5901-4077-BC9B-DA299863282D}" dt="2025-10-05T10:46:58.492" v="106" actId="113"/>
        <pc:sldMkLst>
          <pc:docMk/>
          <pc:sldMk cId="4244439720" sldId="264"/>
        </pc:sldMkLst>
        <pc:spChg chg="add mod">
          <ac:chgData name="shshinde2580@gmail.com" userId="86fdf0c531315612" providerId="LiveId" clId="{80EF1F59-5901-4077-BC9B-DA299863282D}" dt="2025-10-05T10:46:58.492" v="106" actId="113"/>
          <ac:spMkLst>
            <pc:docMk/>
            <pc:sldMk cId="4244439720" sldId="264"/>
            <ac:spMk id="3" creationId="{BA07E816-AA29-AE5A-5313-0657B6C20DC1}"/>
          </ac:spMkLst>
        </pc:spChg>
      </pc:sldChg>
      <pc:sldChg chg="addSp modSp mod">
        <pc:chgData name="shshinde2580@gmail.com" userId="86fdf0c531315612" providerId="LiveId" clId="{80EF1F59-5901-4077-BC9B-DA299863282D}" dt="2025-10-05T10:48:27.334" v="127" actId="20577"/>
        <pc:sldMkLst>
          <pc:docMk/>
          <pc:sldMk cId="3670643771" sldId="265"/>
        </pc:sldMkLst>
        <pc:spChg chg="add mod">
          <ac:chgData name="shshinde2580@gmail.com" userId="86fdf0c531315612" providerId="LiveId" clId="{80EF1F59-5901-4077-BC9B-DA299863282D}" dt="2025-10-05T10:48:27.334" v="127" actId="20577"/>
          <ac:spMkLst>
            <pc:docMk/>
            <pc:sldMk cId="3670643771" sldId="265"/>
            <ac:spMk id="3" creationId="{1D756A7C-DB6F-4AFA-5DCE-BA5B478EC71A}"/>
          </ac:spMkLst>
        </pc:spChg>
      </pc:sldChg>
      <pc:sldChg chg="addSp modSp mod">
        <pc:chgData name="shshinde2580@gmail.com" userId="86fdf0c531315612" providerId="LiveId" clId="{80EF1F59-5901-4077-BC9B-DA299863282D}" dt="2025-10-05T10:50:28.604" v="139" actId="20577"/>
        <pc:sldMkLst>
          <pc:docMk/>
          <pc:sldMk cId="139713491" sldId="266"/>
        </pc:sldMkLst>
        <pc:spChg chg="add mod">
          <ac:chgData name="shshinde2580@gmail.com" userId="86fdf0c531315612" providerId="LiveId" clId="{80EF1F59-5901-4077-BC9B-DA299863282D}" dt="2025-10-05T10:48:41.091" v="130" actId="14100"/>
          <ac:spMkLst>
            <pc:docMk/>
            <pc:sldMk cId="139713491" sldId="266"/>
            <ac:spMk id="3" creationId="{3F7F075B-045C-8DC4-A523-7B649660213E}"/>
          </ac:spMkLst>
        </pc:spChg>
        <pc:spChg chg="add mod">
          <ac:chgData name="shshinde2580@gmail.com" userId="86fdf0c531315612" providerId="LiveId" clId="{80EF1F59-5901-4077-BC9B-DA299863282D}" dt="2025-10-05T10:50:28.604" v="139" actId="20577"/>
          <ac:spMkLst>
            <pc:docMk/>
            <pc:sldMk cId="139713491" sldId="266"/>
            <ac:spMk id="5" creationId="{E0064439-2B46-1312-28A3-DD3EFAAF888E}"/>
          </ac:spMkLst>
        </pc:spChg>
      </pc:sldChg>
      <pc:sldChg chg="addSp modSp mod">
        <pc:chgData name="shshinde2580@gmail.com" userId="86fdf0c531315612" providerId="LiveId" clId="{80EF1F59-5901-4077-BC9B-DA299863282D}" dt="2025-10-05T10:51:50.748" v="323"/>
        <pc:sldMkLst>
          <pc:docMk/>
          <pc:sldMk cId="2948694517" sldId="267"/>
        </pc:sldMkLst>
        <pc:spChg chg="add mod">
          <ac:chgData name="shshinde2580@gmail.com" userId="86fdf0c531315612" providerId="LiveId" clId="{80EF1F59-5901-4077-BC9B-DA299863282D}" dt="2025-10-05T10:51:50.748" v="323"/>
          <ac:spMkLst>
            <pc:docMk/>
            <pc:sldMk cId="2948694517" sldId="267"/>
            <ac:spMk id="3" creationId="{1369E415-2091-A457-8D0D-DC6A2DC5D02B}"/>
          </ac:spMkLst>
        </pc:spChg>
      </pc:sldChg>
      <pc:sldChg chg="addSp modSp mod">
        <pc:chgData name="shshinde2580@gmail.com" userId="86fdf0c531315612" providerId="LiveId" clId="{80EF1F59-5901-4077-BC9B-DA299863282D}" dt="2025-10-05T10:58:50.403" v="366" actId="313"/>
        <pc:sldMkLst>
          <pc:docMk/>
          <pc:sldMk cId="534332935" sldId="268"/>
        </pc:sldMkLst>
        <pc:spChg chg="add mod">
          <ac:chgData name="shshinde2580@gmail.com" userId="86fdf0c531315612" providerId="LiveId" clId="{80EF1F59-5901-4077-BC9B-DA299863282D}" dt="2025-10-05T10:56:45.015" v="335" actId="113"/>
          <ac:spMkLst>
            <pc:docMk/>
            <pc:sldMk cId="534332935" sldId="268"/>
            <ac:spMk id="3" creationId="{9B67510D-C689-2957-7EEA-4D7471C396F6}"/>
          </ac:spMkLst>
        </pc:spChg>
        <pc:spChg chg="add mod">
          <ac:chgData name="shshinde2580@gmail.com" userId="86fdf0c531315612" providerId="LiveId" clId="{80EF1F59-5901-4077-BC9B-DA299863282D}" dt="2025-10-05T10:57:49.328" v="354" actId="113"/>
          <ac:spMkLst>
            <pc:docMk/>
            <pc:sldMk cId="534332935" sldId="268"/>
            <ac:spMk id="5" creationId="{432FB8ED-90A4-676F-3579-55D6825E43D7}"/>
          </ac:spMkLst>
        </pc:spChg>
        <pc:spChg chg="add mod">
          <ac:chgData name="shshinde2580@gmail.com" userId="86fdf0c531315612" providerId="LiveId" clId="{80EF1F59-5901-4077-BC9B-DA299863282D}" dt="2025-10-05T10:58:50.403" v="366" actId="313"/>
          <ac:spMkLst>
            <pc:docMk/>
            <pc:sldMk cId="534332935" sldId="268"/>
            <ac:spMk id="7" creationId="{09335E9B-0599-3074-1869-5943B58770C2}"/>
          </ac:spMkLst>
        </pc:spChg>
      </pc:sldChg>
      <pc:sldChg chg="addSp modSp mod">
        <pc:chgData name="shshinde2580@gmail.com" userId="86fdf0c531315612" providerId="LiveId" clId="{80EF1F59-5901-4077-BC9B-DA299863282D}" dt="2025-10-05T11:01:11.076" v="409" actId="5793"/>
        <pc:sldMkLst>
          <pc:docMk/>
          <pc:sldMk cId="1704177392" sldId="269"/>
        </pc:sldMkLst>
        <pc:spChg chg="add mod">
          <ac:chgData name="shshinde2580@gmail.com" userId="86fdf0c531315612" providerId="LiveId" clId="{80EF1F59-5901-4077-BC9B-DA299863282D}" dt="2025-10-05T10:59:25.928" v="376" actId="113"/>
          <ac:spMkLst>
            <pc:docMk/>
            <pc:sldMk cId="1704177392" sldId="269"/>
            <ac:spMk id="3" creationId="{B4E6ED55-1B4F-A1D9-EA2E-51AF8D7EEA83}"/>
          </ac:spMkLst>
        </pc:spChg>
        <pc:spChg chg="add mod">
          <ac:chgData name="shshinde2580@gmail.com" userId="86fdf0c531315612" providerId="LiveId" clId="{80EF1F59-5901-4077-BC9B-DA299863282D}" dt="2025-10-05T11:00:25.907" v="392" actId="1076"/>
          <ac:spMkLst>
            <pc:docMk/>
            <pc:sldMk cId="1704177392" sldId="269"/>
            <ac:spMk id="6" creationId="{D204D109-B2CF-C562-1258-08B5453607E0}"/>
          </ac:spMkLst>
        </pc:spChg>
        <pc:spChg chg="add mod">
          <ac:chgData name="shshinde2580@gmail.com" userId="86fdf0c531315612" providerId="LiveId" clId="{80EF1F59-5901-4077-BC9B-DA299863282D}" dt="2025-10-05T11:01:11.076" v="409" actId="5793"/>
          <ac:spMkLst>
            <pc:docMk/>
            <pc:sldMk cId="1704177392" sldId="269"/>
            <ac:spMk id="8" creationId="{A3B986D2-DF1B-EC2A-5888-695135FA1826}"/>
          </ac:spMkLst>
        </pc:spChg>
        <pc:graphicFrameChg chg="add mod modGraphic">
          <ac:chgData name="shshinde2580@gmail.com" userId="86fdf0c531315612" providerId="LiveId" clId="{80EF1F59-5901-4077-BC9B-DA299863282D}" dt="2025-10-05T11:00:03.461" v="387" actId="122"/>
          <ac:graphicFrameMkLst>
            <pc:docMk/>
            <pc:sldMk cId="1704177392" sldId="269"/>
            <ac:graphicFrameMk id="4" creationId="{C130761B-7694-B77A-681D-7B77148EB24A}"/>
          </ac:graphicFrameMkLst>
        </pc:graphicFrameChg>
      </pc:sldChg>
      <pc:sldChg chg="addSp modSp mod">
        <pc:chgData name="shshinde2580@gmail.com" userId="86fdf0c531315612" providerId="LiveId" clId="{80EF1F59-5901-4077-BC9B-DA299863282D}" dt="2025-10-05T11:02:42.893" v="442" actId="20577"/>
        <pc:sldMkLst>
          <pc:docMk/>
          <pc:sldMk cId="2532658274" sldId="270"/>
        </pc:sldMkLst>
        <pc:spChg chg="add mod">
          <ac:chgData name="shshinde2580@gmail.com" userId="86fdf0c531315612" providerId="LiveId" clId="{80EF1F59-5901-4077-BC9B-DA299863282D}" dt="2025-10-05T11:01:49.968" v="421" actId="113"/>
          <ac:spMkLst>
            <pc:docMk/>
            <pc:sldMk cId="2532658274" sldId="270"/>
            <ac:spMk id="3" creationId="{5BCEE304-33D4-0A2E-4DFA-EC0D8D7C90D7}"/>
          </ac:spMkLst>
        </pc:spChg>
        <pc:spChg chg="add mod">
          <ac:chgData name="shshinde2580@gmail.com" userId="86fdf0c531315612" providerId="LiveId" clId="{80EF1F59-5901-4077-BC9B-DA299863282D}" dt="2025-10-05T11:01:59.832" v="425" actId="1076"/>
          <ac:spMkLst>
            <pc:docMk/>
            <pc:sldMk cId="2532658274" sldId="270"/>
            <ac:spMk id="5" creationId="{6F884295-21F9-B705-2192-70D832BD374B}"/>
          </ac:spMkLst>
        </pc:spChg>
        <pc:spChg chg="add mod">
          <ac:chgData name="shshinde2580@gmail.com" userId="86fdf0c531315612" providerId="LiveId" clId="{80EF1F59-5901-4077-BC9B-DA299863282D}" dt="2025-10-05T11:02:42.893" v="442" actId="20577"/>
          <ac:spMkLst>
            <pc:docMk/>
            <pc:sldMk cId="2532658274" sldId="270"/>
            <ac:spMk id="7" creationId="{C7070A8C-1E50-B20A-D61F-250D579366F3}"/>
          </ac:spMkLst>
        </pc:spChg>
      </pc:sldChg>
      <pc:sldChg chg="addSp modSp mod">
        <pc:chgData name="shshinde2580@gmail.com" userId="86fdf0c531315612" providerId="LiveId" clId="{80EF1F59-5901-4077-BC9B-DA299863282D}" dt="2025-10-05T11:03:50.281" v="451" actId="113"/>
        <pc:sldMkLst>
          <pc:docMk/>
          <pc:sldMk cId="1136694658" sldId="271"/>
        </pc:sldMkLst>
        <pc:spChg chg="add mod">
          <ac:chgData name="shshinde2580@gmail.com" userId="86fdf0c531315612" providerId="LiveId" clId="{80EF1F59-5901-4077-BC9B-DA299863282D}" dt="2025-10-05T11:03:50.281" v="451" actId="113"/>
          <ac:spMkLst>
            <pc:docMk/>
            <pc:sldMk cId="1136694658" sldId="271"/>
            <ac:spMk id="3" creationId="{63E0A899-4898-5D65-9EF0-B75108B900C9}"/>
          </ac:spMkLst>
        </pc:spChg>
      </pc:sldChg>
      <pc:sldChg chg="addSp modSp mod">
        <pc:chgData name="shshinde2580@gmail.com" userId="86fdf0c531315612" providerId="LiveId" clId="{80EF1F59-5901-4077-BC9B-DA299863282D}" dt="2025-10-05T11:05:17.430" v="478" actId="1076"/>
        <pc:sldMkLst>
          <pc:docMk/>
          <pc:sldMk cId="1203035419" sldId="272"/>
        </pc:sldMkLst>
        <pc:spChg chg="add mod">
          <ac:chgData name="shshinde2580@gmail.com" userId="86fdf0c531315612" providerId="LiveId" clId="{80EF1F59-5901-4077-BC9B-DA299863282D}" dt="2025-10-05T11:05:09.876" v="475" actId="1076"/>
          <ac:spMkLst>
            <pc:docMk/>
            <pc:sldMk cId="1203035419" sldId="272"/>
            <ac:spMk id="3" creationId="{5880DFCA-7FBA-560C-5739-9B57EEE7DE29}"/>
          </ac:spMkLst>
        </pc:spChg>
        <pc:spChg chg="add mod">
          <ac:chgData name="shshinde2580@gmail.com" userId="86fdf0c531315612" providerId="LiveId" clId="{80EF1F59-5901-4077-BC9B-DA299863282D}" dt="2025-10-05T11:05:17.430" v="478" actId="1076"/>
          <ac:spMkLst>
            <pc:docMk/>
            <pc:sldMk cId="1203035419" sldId="272"/>
            <ac:spMk id="5" creationId="{DFC13FBB-FC13-6AF7-FD6D-CA010D5DA773}"/>
          </ac:spMkLst>
        </pc:spChg>
      </pc:sldChg>
      <pc:sldChg chg="del">
        <pc:chgData name="shshinde2580@gmail.com" userId="86fdf0c531315612" providerId="LiveId" clId="{80EF1F59-5901-4077-BC9B-DA299863282D}" dt="2025-10-05T11:07:34.904" v="479" actId="2696"/>
        <pc:sldMkLst>
          <pc:docMk/>
          <pc:sldMk cId="232009425" sldId="273"/>
        </pc:sldMkLst>
      </pc:sldChg>
      <pc:sldChg chg="del">
        <pc:chgData name="shshinde2580@gmail.com" userId="86fdf0c531315612" providerId="LiveId" clId="{80EF1F59-5901-4077-BC9B-DA299863282D}" dt="2025-10-05T11:07:34.904" v="479" actId="2696"/>
        <pc:sldMkLst>
          <pc:docMk/>
          <pc:sldMk cId="2245982790" sldId="274"/>
        </pc:sldMkLst>
      </pc:sldChg>
      <pc:sldChg chg="del">
        <pc:chgData name="shshinde2580@gmail.com" userId="86fdf0c531315612" providerId="LiveId" clId="{80EF1F59-5901-4077-BC9B-DA299863282D}" dt="2025-10-05T11:07:34.904" v="479" actId="2696"/>
        <pc:sldMkLst>
          <pc:docMk/>
          <pc:sldMk cId="3269416477" sldId="275"/>
        </pc:sldMkLst>
      </pc:sldChg>
      <pc:sldChg chg="del">
        <pc:chgData name="shshinde2580@gmail.com" userId="86fdf0c531315612" providerId="LiveId" clId="{80EF1F59-5901-4077-BC9B-DA299863282D}" dt="2025-10-05T11:07:34.904" v="479" actId="2696"/>
        <pc:sldMkLst>
          <pc:docMk/>
          <pc:sldMk cId="772540838" sldId="276"/>
        </pc:sldMkLst>
      </pc:sldChg>
      <pc:sldChg chg="del">
        <pc:chgData name="shshinde2580@gmail.com" userId="86fdf0c531315612" providerId="LiveId" clId="{80EF1F59-5901-4077-BC9B-DA299863282D}" dt="2025-10-05T11:07:34.904" v="479" actId="2696"/>
        <pc:sldMkLst>
          <pc:docMk/>
          <pc:sldMk cId="458730103" sldId="277"/>
        </pc:sldMkLst>
      </pc:sldChg>
      <pc:sldChg chg="del">
        <pc:chgData name="shshinde2580@gmail.com" userId="86fdf0c531315612" providerId="LiveId" clId="{80EF1F59-5901-4077-BC9B-DA299863282D}" dt="2025-10-05T11:07:34.904" v="479" actId="2696"/>
        <pc:sldMkLst>
          <pc:docMk/>
          <pc:sldMk cId="4100253266" sldId="278"/>
        </pc:sldMkLst>
      </pc:sldChg>
      <pc:sldChg chg="del">
        <pc:chgData name="shshinde2580@gmail.com" userId="86fdf0c531315612" providerId="LiveId" clId="{80EF1F59-5901-4077-BC9B-DA299863282D}" dt="2025-10-05T11:07:34.904" v="479" actId="2696"/>
        <pc:sldMkLst>
          <pc:docMk/>
          <pc:sldMk cId="3855370706" sldId="27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8CDA-147C-4FE5-8AB1-25A0ED85B235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28024-9171-4DA3-9BC9-B3054FF7C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1115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8CDA-147C-4FE5-8AB1-25A0ED85B235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28024-9171-4DA3-9BC9-B3054FF7C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371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8CDA-147C-4FE5-8AB1-25A0ED85B235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28024-9171-4DA3-9BC9-B3054FF7C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018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8CDA-147C-4FE5-8AB1-25A0ED85B235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28024-9171-4DA3-9BC9-B3054FF7C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174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8CDA-147C-4FE5-8AB1-25A0ED85B235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28024-9171-4DA3-9BC9-B3054FF7C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00438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8CDA-147C-4FE5-8AB1-25A0ED85B235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28024-9171-4DA3-9BC9-B3054FF7C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1650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8CDA-147C-4FE5-8AB1-25A0ED85B235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28024-9171-4DA3-9BC9-B3054FF7C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7966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8CDA-147C-4FE5-8AB1-25A0ED85B235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28024-9171-4DA3-9BC9-B3054FF7C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0322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8CDA-147C-4FE5-8AB1-25A0ED85B235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28024-9171-4DA3-9BC9-B3054FF7C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4016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8CDA-147C-4FE5-8AB1-25A0ED85B235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28024-9171-4DA3-9BC9-B3054FF7C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0342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8CDA-147C-4FE5-8AB1-25A0ED85B235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28024-9171-4DA3-9BC9-B3054FF7C6AC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4497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8CDA-147C-4FE5-8AB1-25A0ED85B235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28024-9171-4DA3-9BC9-B3054FF7C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6439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8CDA-147C-4FE5-8AB1-25A0ED85B235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28024-9171-4DA3-9BC9-B3054FF7C6AC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08370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8CDA-147C-4FE5-8AB1-25A0ED85B235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28024-9171-4DA3-9BC9-B3054FF7C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6167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8CDA-147C-4FE5-8AB1-25A0ED85B235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28024-9171-4DA3-9BC9-B3054FF7C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8037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8CDA-147C-4FE5-8AB1-25A0ED85B235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28024-9171-4DA3-9BC9-B3054FF7C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688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28CDA-147C-4FE5-8AB1-25A0ED85B235}" type="datetimeFigureOut">
              <a:rPr lang="en-IN" smtClean="0"/>
              <a:t>05-10-2025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1028024-9171-4DA3-9BC9-B3054FF7C6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401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24116-1D40-83DE-56CE-4552A54AE2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6773" y="2046725"/>
            <a:ext cx="9571383" cy="1646302"/>
          </a:xfrm>
        </p:spPr>
        <p:txBody>
          <a:bodyPr/>
          <a:lstStyle/>
          <a:p>
            <a:pPr algn="ctr"/>
            <a:r>
              <a:rPr lang="en-IN" dirty="0"/>
              <a:t>GUI Programming and Databases </a:t>
            </a:r>
          </a:p>
        </p:txBody>
      </p:sp>
    </p:spTree>
    <p:extLst>
      <p:ext uri="{BB962C8B-B14F-4D97-AF65-F5344CB8AC3E}">
        <p14:creationId xmlns:p14="http://schemas.microsoft.com/office/powerpoint/2010/main" val="2956586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3763C6-F99B-7A74-7942-9C7829D29D45}"/>
              </a:ext>
            </a:extLst>
          </p:cNvPr>
          <p:cNvSpPr txBox="1"/>
          <p:nvPr/>
        </p:nvSpPr>
        <p:spPr>
          <a:xfrm>
            <a:off x="834887" y="222838"/>
            <a:ext cx="83488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6.1 GUI Programming: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8BF14D-51FF-6CBB-BCAB-DE3D7FD91168}"/>
              </a:ext>
            </a:extLst>
          </p:cNvPr>
          <p:cNvSpPr txBox="1"/>
          <p:nvPr/>
        </p:nvSpPr>
        <p:spPr>
          <a:xfrm>
            <a:off x="834887" y="687170"/>
            <a:ext cx="856753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GUI Programming — Introduction to Graphical User Interfaces (GUI)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GUI (Graphical User Interface) programming is about creating programs with visual elements like windows, buttons, text boxes, images — things users can click, type, or interact with easily.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What is a GUI?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GUI stands for Graphical User Interface.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It allows users to interact with computers using visual components instead of just typing commands.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Examples of GUIs include buttons, menus, icons, windows, and dialogs.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>
              <a:latin typeface="fkGroteskNeue"/>
            </a:endParaRPr>
          </a:p>
          <a:p>
            <a:r>
              <a:rPr lang="en-US" b="1" dirty="0">
                <a:latin typeface="fkGroteskNeue"/>
              </a:rPr>
              <a:t>Why Learn GUI Programming?</a:t>
            </a:r>
            <a:endParaRPr lang="en-US" dirty="0">
              <a:latin typeface="fkGroteskNeue"/>
            </a:endParaRPr>
          </a:p>
          <a:p>
            <a:r>
              <a:rPr lang="en-US" dirty="0">
                <a:latin typeface="fkGroteskNeue"/>
              </a:rPr>
              <a:t>Most modern applications have GUIs — desktop apps, mobile apps, even some web apps.</a:t>
            </a:r>
          </a:p>
          <a:p>
            <a:r>
              <a:rPr lang="en-US" dirty="0">
                <a:latin typeface="fkGroteskNeue"/>
              </a:rPr>
              <a:t>GUI programming lets you make software that is user-friendly and interactive.</a:t>
            </a:r>
          </a:p>
          <a:p>
            <a:r>
              <a:rPr lang="en-US" dirty="0">
                <a:latin typeface="fkGroteskNeue"/>
              </a:rPr>
              <a:t>It combines coding skills with design to improve user experience.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403456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CA0A7-9E77-D84A-4CB5-59E67B127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7EC948-6AF8-34C3-08BF-A3CAB18793CC}"/>
              </a:ext>
            </a:extLst>
          </p:cNvPr>
          <p:cNvSpPr txBox="1"/>
          <p:nvPr/>
        </p:nvSpPr>
        <p:spPr>
          <a:xfrm>
            <a:off x="805069" y="167742"/>
            <a:ext cx="8458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Core Concepts of GUI Programming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Widgets (Controls): Visual components like buttons, text fields, labels, checkboxes.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Events: Actions by the user such as clicks, key presses, mouse moves.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Event Handling: Programming responses to user actions.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Layouts: Organizing widgets on the screen (grids, boxes, panels).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F7F63A-51D4-C824-2534-311EA272B8A9}"/>
              </a:ext>
            </a:extLst>
          </p:cNvPr>
          <p:cNvSpPr txBox="1"/>
          <p:nvPr/>
        </p:nvSpPr>
        <p:spPr>
          <a:xfrm>
            <a:off x="805069" y="1716950"/>
            <a:ext cx="8458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How Does GUI Programming Work?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Your program creates a window.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Inside the window, you add widgets (buttons, text fields, etc.).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You listen for user actions or events.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When an event happens, a function (event handler) runs, performing some task.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7F7BB-3E51-624D-1AD1-7FC9B72A32B8}"/>
              </a:ext>
            </a:extLst>
          </p:cNvPr>
          <p:cNvSpPr txBox="1"/>
          <p:nvPr/>
        </p:nvSpPr>
        <p:spPr>
          <a:xfrm>
            <a:off x="805068" y="3194278"/>
            <a:ext cx="89750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Popular GUI Libraries in Python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Tkinter: Built-in, simple and commonly used for learning and small apps.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PyQt / PySide: Powerful, with many features for professional apps.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Kivy: Good for multi-touch and mobile apps.</a:t>
            </a:r>
          </a:p>
        </p:txBody>
      </p:sp>
    </p:spTree>
    <p:extLst>
      <p:ext uri="{BB962C8B-B14F-4D97-AF65-F5344CB8AC3E}">
        <p14:creationId xmlns:p14="http://schemas.microsoft.com/office/powerpoint/2010/main" val="2762393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5CB0F-DEE7-E91C-5801-3E5C34010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6F42ED-DB12-67DC-099D-597A7E95B6AE}"/>
              </a:ext>
            </a:extLst>
          </p:cNvPr>
          <p:cNvSpPr txBox="1"/>
          <p:nvPr/>
        </p:nvSpPr>
        <p:spPr>
          <a:xfrm>
            <a:off x="884583" y="244013"/>
            <a:ext cx="852777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effectLst/>
                <a:latin typeface="fkGrotesk"/>
              </a:rPr>
              <a:t>Simple Example Using Tkinter</a:t>
            </a:r>
          </a:p>
          <a:p>
            <a:pPr>
              <a:buNone/>
            </a:pPr>
            <a:endParaRPr lang="en-IN" dirty="0">
              <a:latin typeface="fkGrotesk"/>
            </a:endParaRPr>
          </a:p>
          <a:p>
            <a:pPr>
              <a:buNone/>
            </a:pPr>
            <a:r>
              <a:rPr lang="en-IN" dirty="0">
                <a:latin typeface="fkGrotesk"/>
              </a:rPr>
              <a:t>import tkinter as tk</a:t>
            </a:r>
          </a:p>
          <a:p>
            <a:pPr>
              <a:buNone/>
            </a:pPr>
            <a:endParaRPr lang="en-IN" dirty="0">
              <a:latin typeface="fkGrotesk"/>
            </a:endParaRPr>
          </a:p>
          <a:p>
            <a:pPr>
              <a:buNone/>
            </a:pPr>
            <a:r>
              <a:rPr lang="en-IN" dirty="0">
                <a:latin typeface="fkGrotesk"/>
              </a:rPr>
              <a:t>def </a:t>
            </a:r>
            <a:r>
              <a:rPr lang="en-IN" dirty="0" err="1">
                <a:latin typeface="fkGrotesk"/>
              </a:rPr>
              <a:t>on_button_click</a:t>
            </a:r>
            <a:r>
              <a:rPr lang="en-IN" dirty="0">
                <a:latin typeface="fkGrotesk"/>
              </a:rPr>
              <a:t>():</a:t>
            </a:r>
          </a:p>
          <a:p>
            <a:pPr>
              <a:buNone/>
            </a:pPr>
            <a:r>
              <a:rPr lang="en-IN" dirty="0">
                <a:latin typeface="fkGrotesk"/>
              </a:rPr>
              <a:t>    print("Button clicked!")</a:t>
            </a:r>
          </a:p>
          <a:p>
            <a:pPr>
              <a:buNone/>
            </a:pPr>
            <a:endParaRPr lang="en-IN" dirty="0">
              <a:latin typeface="fkGrotesk"/>
            </a:endParaRPr>
          </a:p>
          <a:p>
            <a:pPr>
              <a:buNone/>
            </a:pPr>
            <a:r>
              <a:rPr lang="en-IN" dirty="0">
                <a:latin typeface="fkGrotesk"/>
              </a:rPr>
              <a:t>root = </a:t>
            </a:r>
            <a:r>
              <a:rPr lang="en-IN" dirty="0" err="1">
                <a:latin typeface="fkGrotesk"/>
              </a:rPr>
              <a:t>tk.Tk</a:t>
            </a:r>
            <a:r>
              <a:rPr lang="en-IN" dirty="0">
                <a:latin typeface="fkGrotesk"/>
              </a:rPr>
              <a:t>()  # Create main window</a:t>
            </a:r>
          </a:p>
          <a:p>
            <a:pPr>
              <a:buNone/>
            </a:pPr>
            <a:r>
              <a:rPr lang="en-IN" dirty="0" err="1">
                <a:latin typeface="fkGrotesk"/>
              </a:rPr>
              <a:t>root.title</a:t>
            </a:r>
            <a:r>
              <a:rPr lang="en-IN" dirty="0">
                <a:latin typeface="fkGrotesk"/>
              </a:rPr>
              <a:t>("Simple GUI")</a:t>
            </a:r>
          </a:p>
          <a:p>
            <a:pPr>
              <a:buNone/>
            </a:pPr>
            <a:endParaRPr lang="en-IN" dirty="0">
              <a:latin typeface="fkGrotesk"/>
            </a:endParaRPr>
          </a:p>
          <a:p>
            <a:pPr>
              <a:buNone/>
            </a:pPr>
            <a:r>
              <a:rPr lang="en-IN" dirty="0">
                <a:latin typeface="fkGrotesk"/>
              </a:rPr>
              <a:t>button = </a:t>
            </a:r>
            <a:r>
              <a:rPr lang="en-IN" dirty="0" err="1">
                <a:latin typeface="fkGrotesk"/>
              </a:rPr>
              <a:t>tk.Button</a:t>
            </a:r>
            <a:r>
              <a:rPr lang="en-IN" dirty="0">
                <a:latin typeface="fkGrotesk"/>
              </a:rPr>
              <a:t>(root, text="Click Me", command=</a:t>
            </a:r>
            <a:r>
              <a:rPr lang="en-IN" dirty="0" err="1">
                <a:latin typeface="fkGrotesk"/>
              </a:rPr>
              <a:t>on_button_click</a:t>
            </a:r>
            <a:r>
              <a:rPr lang="en-IN" dirty="0">
                <a:latin typeface="fkGrotesk"/>
              </a:rPr>
              <a:t>)</a:t>
            </a:r>
          </a:p>
          <a:p>
            <a:pPr>
              <a:buNone/>
            </a:pPr>
            <a:r>
              <a:rPr lang="en-IN" dirty="0" err="1">
                <a:latin typeface="fkGrotesk"/>
              </a:rPr>
              <a:t>button.pack</a:t>
            </a:r>
            <a:r>
              <a:rPr lang="en-IN" dirty="0">
                <a:latin typeface="fkGrotesk"/>
              </a:rPr>
              <a:t>()  # Add button to window</a:t>
            </a:r>
          </a:p>
          <a:p>
            <a:pPr>
              <a:buNone/>
            </a:pPr>
            <a:endParaRPr lang="en-IN" dirty="0">
              <a:latin typeface="fkGrotesk"/>
            </a:endParaRPr>
          </a:p>
          <a:p>
            <a:pPr>
              <a:buNone/>
            </a:pPr>
            <a:r>
              <a:rPr lang="en-IN" dirty="0" err="1">
                <a:latin typeface="fkGrotesk"/>
              </a:rPr>
              <a:t>root.mainloop</a:t>
            </a:r>
            <a:r>
              <a:rPr lang="en-IN" dirty="0">
                <a:latin typeface="fkGrotesk"/>
              </a:rPr>
              <a:t>()  # Start event loop</a:t>
            </a:r>
          </a:p>
          <a:p>
            <a:pPr>
              <a:buNone/>
            </a:pPr>
            <a:endParaRPr lang="en-IN" b="0" dirty="0">
              <a:effectLst/>
              <a:latin typeface="fkGrotesk"/>
            </a:endParaRPr>
          </a:p>
        </p:txBody>
      </p:sp>
    </p:spTree>
    <p:extLst>
      <p:ext uri="{BB962C8B-B14F-4D97-AF65-F5344CB8AC3E}">
        <p14:creationId xmlns:p14="http://schemas.microsoft.com/office/powerpoint/2010/main" val="4180457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60C85-5314-C8B1-934C-B768402D0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80A481-0CED-2008-A80E-186A939A54C5}"/>
              </a:ext>
            </a:extLst>
          </p:cNvPr>
          <p:cNvSpPr txBox="1"/>
          <p:nvPr/>
        </p:nvSpPr>
        <p:spPr>
          <a:xfrm>
            <a:off x="884583" y="256547"/>
            <a:ext cx="8229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What this code does: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Creates a window with the title "Simple GUI".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Adds a button labeled "Click Me".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Prints "Button clicked!" in the console when the button is pressed.</a:t>
            </a:r>
          </a:p>
        </p:txBody>
      </p:sp>
    </p:spTree>
    <p:extLst>
      <p:ext uri="{BB962C8B-B14F-4D97-AF65-F5344CB8AC3E}">
        <p14:creationId xmlns:p14="http://schemas.microsoft.com/office/powerpoint/2010/main" val="3726434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12257-8DAA-0C63-7DE3-216A3FF82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E077E06-8D5E-1E6F-2851-74E31476EE5F}"/>
              </a:ext>
            </a:extLst>
          </p:cNvPr>
          <p:cNvSpPr txBox="1"/>
          <p:nvPr/>
        </p:nvSpPr>
        <p:spPr>
          <a:xfrm>
            <a:off x="765312" y="125393"/>
            <a:ext cx="84681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6.2 Writing a GUI with Python </a:t>
            </a:r>
          </a:p>
          <a:p>
            <a:r>
              <a:rPr lang="en-IN" b="1" dirty="0"/>
              <a:t>GUI Programming Toolkits </a:t>
            </a:r>
          </a:p>
          <a:p>
            <a:r>
              <a:rPr lang="en-IN" b="1" dirty="0"/>
              <a:t>Creating GUI Widgets with Tkinter </a:t>
            </a:r>
          </a:p>
          <a:p>
            <a:r>
              <a:rPr lang="en-IN" b="1" dirty="0"/>
              <a:t>Creating GUI using Turtle Creating Layouts, Radio Buttons and </a:t>
            </a:r>
          </a:p>
          <a:p>
            <a:r>
              <a:rPr lang="en-IN" b="1" dirty="0"/>
              <a:t>Checkboxes, Dialog Boxes.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8DD435-BF5F-1033-CB67-80F0AD59BADF}"/>
              </a:ext>
            </a:extLst>
          </p:cNvPr>
          <p:cNvSpPr txBox="1"/>
          <p:nvPr/>
        </p:nvSpPr>
        <p:spPr>
          <a:xfrm>
            <a:off x="765312" y="1756057"/>
            <a:ext cx="84681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IN" b="1" i="0" dirty="0">
                <a:effectLst/>
                <a:latin typeface="fkGrotesk"/>
              </a:rPr>
              <a:t> Writing a GUI with Python</a:t>
            </a:r>
          </a:p>
          <a:p>
            <a:pPr algn="l">
              <a:buNone/>
            </a:pPr>
            <a:r>
              <a:rPr lang="en-IN" b="0" i="0" dirty="0">
                <a:effectLst/>
                <a:latin typeface="fkGroteskNeue"/>
              </a:rPr>
              <a:t>This section covers creating GUIs using Python GUI programming toolkits, focusing primarily on Tkinter and Turtle, and introducing important GUI components like widgets, layouts, radio buttons, checkboxes, and dialog boxes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E03E69-FC7A-2908-0C06-7CCB1ED2850D}"/>
              </a:ext>
            </a:extLst>
          </p:cNvPr>
          <p:cNvSpPr txBox="1"/>
          <p:nvPr/>
        </p:nvSpPr>
        <p:spPr>
          <a:xfrm>
            <a:off x="765312" y="2956386"/>
            <a:ext cx="823953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Python</a:t>
            </a:r>
            <a:r>
              <a:rPr lang="en-US" b="0" i="0" dirty="0">
                <a:effectLst/>
                <a:latin typeface="fkGrotesk"/>
              </a:rPr>
              <a:t> </a:t>
            </a:r>
            <a:r>
              <a:rPr lang="en-US" b="1" i="0" dirty="0">
                <a:effectLst/>
                <a:latin typeface="fkGrotesk"/>
              </a:rPr>
              <a:t>GUI Programming Toolkits</a:t>
            </a:r>
          </a:p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1. Tkinter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The standard Python interface to the Tk GUI toolkit.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Comes built-in with Python, making it easy for creating desktop GUI applications.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i="0" dirty="0">
                <a:effectLst/>
                <a:latin typeface="fkGrotesk"/>
              </a:rPr>
              <a:t>2. Turtle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Primarily a graphic module used for educational purposes.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Can be used to create simple GUI elements and interactive drawings.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Creating GUI Widgets with Tkinter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Widgets are the building blocks of GUIs — buttons, labels, text boxes, etc.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Example: Creating a Button and Label</a:t>
            </a:r>
          </a:p>
        </p:txBody>
      </p:sp>
    </p:spTree>
    <p:extLst>
      <p:ext uri="{BB962C8B-B14F-4D97-AF65-F5344CB8AC3E}">
        <p14:creationId xmlns:p14="http://schemas.microsoft.com/office/powerpoint/2010/main" val="35268188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7E4AF-C5DC-BD4F-BD72-19CB8BC30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D59A31-0A51-5CAD-97E7-95AB33867C76}"/>
              </a:ext>
            </a:extLst>
          </p:cNvPr>
          <p:cNvSpPr txBox="1"/>
          <p:nvPr/>
        </p:nvSpPr>
        <p:spPr>
          <a:xfrm>
            <a:off x="934278" y="302138"/>
            <a:ext cx="789166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tkinter as tk</a:t>
            </a:r>
          </a:p>
          <a:p>
            <a:endParaRPr lang="en-IN" dirty="0"/>
          </a:p>
          <a:p>
            <a:r>
              <a:rPr lang="en-IN" dirty="0"/>
              <a:t>def greet():</a:t>
            </a:r>
          </a:p>
          <a:p>
            <a:r>
              <a:rPr lang="en-IN" dirty="0"/>
              <a:t>    </a:t>
            </a:r>
            <a:r>
              <a:rPr lang="en-IN" dirty="0" err="1"/>
              <a:t>label.config</a:t>
            </a:r>
            <a:r>
              <a:rPr lang="en-IN" dirty="0"/>
              <a:t>(text="Hello, Tkinter!")</a:t>
            </a:r>
          </a:p>
          <a:p>
            <a:endParaRPr lang="en-IN" dirty="0"/>
          </a:p>
          <a:p>
            <a:r>
              <a:rPr lang="en-IN" dirty="0"/>
              <a:t>root = </a:t>
            </a:r>
            <a:r>
              <a:rPr lang="en-IN" dirty="0" err="1"/>
              <a:t>tk.Tk</a:t>
            </a:r>
            <a:r>
              <a:rPr lang="en-IN" dirty="0"/>
              <a:t>()</a:t>
            </a:r>
          </a:p>
          <a:p>
            <a:r>
              <a:rPr lang="en-IN" dirty="0" err="1"/>
              <a:t>root.title</a:t>
            </a:r>
            <a:r>
              <a:rPr lang="en-IN" dirty="0"/>
              <a:t>("Simple Tkinter App")</a:t>
            </a:r>
          </a:p>
          <a:p>
            <a:endParaRPr lang="en-IN" dirty="0"/>
          </a:p>
          <a:p>
            <a:r>
              <a:rPr lang="en-IN" dirty="0"/>
              <a:t>button = </a:t>
            </a:r>
            <a:r>
              <a:rPr lang="en-IN" dirty="0" err="1"/>
              <a:t>tk.Button</a:t>
            </a:r>
            <a:r>
              <a:rPr lang="en-IN" dirty="0"/>
              <a:t>(root, text="Click Me", command=greet)</a:t>
            </a:r>
          </a:p>
          <a:p>
            <a:r>
              <a:rPr lang="en-IN" dirty="0" err="1"/>
              <a:t>button.pack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label = </a:t>
            </a:r>
            <a:r>
              <a:rPr lang="en-IN" dirty="0" err="1"/>
              <a:t>tk.Label</a:t>
            </a:r>
            <a:r>
              <a:rPr lang="en-IN" dirty="0"/>
              <a:t>(root, text="")</a:t>
            </a:r>
          </a:p>
          <a:p>
            <a:r>
              <a:rPr lang="en-IN" dirty="0" err="1"/>
              <a:t>label.pack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 err="1"/>
              <a:t>root.mainloop</a:t>
            </a:r>
            <a:r>
              <a:rPr lang="en-IN" dirty="0"/>
              <a:t>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49010-6DF0-74A7-6EB4-148DD385B769}"/>
              </a:ext>
            </a:extLst>
          </p:cNvPr>
          <p:cNvSpPr txBox="1"/>
          <p:nvPr/>
        </p:nvSpPr>
        <p:spPr>
          <a:xfrm>
            <a:off x="934278" y="4676865"/>
            <a:ext cx="61225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Clicking the button updates the label text.</a:t>
            </a:r>
          </a:p>
        </p:txBody>
      </p:sp>
    </p:spTree>
    <p:extLst>
      <p:ext uri="{BB962C8B-B14F-4D97-AF65-F5344CB8AC3E}">
        <p14:creationId xmlns:p14="http://schemas.microsoft.com/office/powerpoint/2010/main" val="791342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8CECA-4B15-FE81-2AC7-81ECB204E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062C7AF-17E6-9178-1711-6083AED57A68}"/>
              </a:ext>
            </a:extLst>
          </p:cNvPr>
          <p:cNvSpPr txBox="1"/>
          <p:nvPr/>
        </p:nvSpPr>
        <p:spPr>
          <a:xfrm>
            <a:off x="815008" y="254601"/>
            <a:ext cx="854765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q"/>
            </a:pPr>
            <a:r>
              <a:rPr lang="en-US" b="1" i="0" dirty="0">
                <a:effectLst/>
                <a:latin typeface="fkGrotesk"/>
              </a:rPr>
              <a:t>Creating GUI using Turtle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Turtle is mostly used for drawing but can handle basic interaction.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Example: Using Turtle to Respond to Clicks</a:t>
            </a:r>
          </a:p>
          <a:p>
            <a:pPr algn="l">
              <a:buNone/>
            </a:pPr>
            <a:endParaRPr lang="en-US" dirty="0">
              <a:latin typeface="fkGroteskNeue"/>
            </a:endParaRPr>
          </a:p>
          <a:p>
            <a:r>
              <a:rPr lang="en-US" dirty="0">
                <a:latin typeface="fkGroteskNeue"/>
              </a:rPr>
              <a:t>import turtle</a:t>
            </a:r>
          </a:p>
          <a:p>
            <a:endParaRPr lang="en-US" dirty="0">
              <a:latin typeface="fkGroteskNeue"/>
            </a:endParaRPr>
          </a:p>
          <a:p>
            <a:r>
              <a:rPr lang="en-US" dirty="0">
                <a:latin typeface="fkGroteskNeue"/>
              </a:rPr>
              <a:t>def </a:t>
            </a:r>
            <a:r>
              <a:rPr lang="en-US" dirty="0" err="1">
                <a:latin typeface="fkGroteskNeue"/>
              </a:rPr>
              <a:t>say_hello</a:t>
            </a:r>
            <a:r>
              <a:rPr lang="en-US" dirty="0">
                <a:latin typeface="fkGroteskNeue"/>
              </a:rPr>
              <a:t>(x, y):</a:t>
            </a:r>
          </a:p>
          <a:p>
            <a:r>
              <a:rPr lang="en-US" dirty="0">
                <a:latin typeface="fkGroteskNeue"/>
              </a:rPr>
              <a:t>    </a:t>
            </a:r>
            <a:r>
              <a:rPr lang="en-US" dirty="0" err="1">
                <a:latin typeface="fkGroteskNeue"/>
              </a:rPr>
              <a:t>turtle.write</a:t>
            </a:r>
            <a:r>
              <a:rPr lang="en-US" dirty="0">
                <a:latin typeface="fkGroteskNeue"/>
              </a:rPr>
              <a:t>("Hello Turtle!", font=("Arial", 16, "normal"))</a:t>
            </a:r>
          </a:p>
          <a:p>
            <a:endParaRPr lang="en-US" dirty="0">
              <a:latin typeface="fkGroteskNeue"/>
            </a:endParaRPr>
          </a:p>
          <a:p>
            <a:r>
              <a:rPr lang="en-US" dirty="0">
                <a:latin typeface="fkGroteskNeue"/>
              </a:rPr>
              <a:t>screen = </a:t>
            </a:r>
            <a:r>
              <a:rPr lang="en-US" dirty="0" err="1">
                <a:latin typeface="fkGroteskNeue"/>
              </a:rPr>
              <a:t>turtle.Screen</a:t>
            </a:r>
            <a:r>
              <a:rPr lang="en-US" dirty="0">
                <a:latin typeface="fkGroteskNeue"/>
              </a:rPr>
              <a:t>()</a:t>
            </a:r>
          </a:p>
          <a:p>
            <a:r>
              <a:rPr lang="en-US" dirty="0" err="1">
                <a:latin typeface="fkGroteskNeue"/>
              </a:rPr>
              <a:t>turtle.shape</a:t>
            </a:r>
            <a:r>
              <a:rPr lang="en-US" dirty="0">
                <a:latin typeface="fkGroteskNeue"/>
              </a:rPr>
              <a:t>("turtle")</a:t>
            </a:r>
          </a:p>
          <a:p>
            <a:r>
              <a:rPr lang="en-US" dirty="0" err="1">
                <a:latin typeface="fkGroteskNeue"/>
              </a:rPr>
              <a:t>screen.onclick</a:t>
            </a:r>
            <a:r>
              <a:rPr lang="en-US" dirty="0">
                <a:latin typeface="fkGroteskNeue"/>
              </a:rPr>
              <a:t>(</a:t>
            </a:r>
            <a:r>
              <a:rPr lang="en-US" dirty="0" err="1">
                <a:latin typeface="fkGroteskNeue"/>
              </a:rPr>
              <a:t>say_hello</a:t>
            </a:r>
            <a:r>
              <a:rPr lang="en-US" dirty="0">
                <a:latin typeface="fkGroteskNeue"/>
              </a:rPr>
              <a:t>)</a:t>
            </a:r>
          </a:p>
          <a:p>
            <a:r>
              <a:rPr lang="en-US" dirty="0" err="1">
                <a:latin typeface="fkGroteskNeue"/>
              </a:rPr>
              <a:t>turtle.done</a:t>
            </a:r>
            <a:r>
              <a:rPr lang="en-US" dirty="0">
                <a:latin typeface="fkGroteskNeue"/>
              </a:rPr>
              <a:t>()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r>
              <a:rPr lang="en-US" dirty="0"/>
              <a:t>Clicking on the window triggers a message.</a:t>
            </a:r>
          </a:p>
        </p:txBody>
      </p:sp>
    </p:spTree>
    <p:extLst>
      <p:ext uri="{BB962C8B-B14F-4D97-AF65-F5344CB8AC3E}">
        <p14:creationId xmlns:p14="http://schemas.microsoft.com/office/powerpoint/2010/main" val="3154659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A9CF4-1E73-F5AD-06B2-F1B2F4706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07E816-AA29-AE5A-5313-0657B6C20DC1}"/>
              </a:ext>
            </a:extLst>
          </p:cNvPr>
          <p:cNvSpPr txBox="1"/>
          <p:nvPr/>
        </p:nvSpPr>
        <p:spPr>
          <a:xfrm>
            <a:off x="864705" y="236019"/>
            <a:ext cx="825941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Layouts in Tkinter</a:t>
            </a: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Tkinter supports managing widget positioning via: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pack(): Packs widgets in order, can control side and fill.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grid(): Places widgets in rows and columns.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place(): Positions widgets at specific coordinates.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Example: Grid Layout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  <a:p>
            <a:r>
              <a:rPr lang="en-US" dirty="0">
                <a:latin typeface="fkGroteskNeue"/>
              </a:rPr>
              <a:t>import tkinter as tk</a:t>
            </a:r>
          </a:p>
          <a:p>
            <a:endParaRPr lang="en-US" dirty="0">
              <a:latin typeface="fkGroteskNeue"/>
            </a:endParaRPr>
          </a:p>
          <a:p>
            <a:r>
              <a:rPr lang="en-US" dirty="0">
                <a:latin typeface="fkGroteskNeue"/>
              </a:rPr>
              <a:t>root = tk.Tk()</a:t>
            </a:r>
          </a:p>
          <a:p>
            <a:endParaRPr lang="en-US" dirty="0">
              <a:latin typeface="fkGroteskNeue"/>
            </a:endParaRPr>
          </a:p>
          <a:p>
            <a:r>
              <a:rPr lang="en-US" dirty="0">
                <a:latin typeface="fkGroteskNeue"/>
              </a:rPr>
              <a:t>tk.Label(root, text="Name:").grid(row=0, column=0)</a:t>
            </a:r>
          </a:p>
          <a:p>
            <a:r>
              <a:rPr lang="en-US" dirty="0">
                <a:latin typeface="fkGroteskNeue"/>
              </a:rPr>
              <a:t>tk.Entry(root).grid(row=0, column=1)</a:t>
            </a:r>
          </a:p>
          <a:p>
            <a:r>
              <a:rPr lang="en-US" dirty="0">
                <a:latin typeface="fkGroteskNeue"/>
              </a:rPr>
              <a:t>tk.Label(root, text="Age:").grid(row=1, column=0)</a:t>
            </a:r>
          </a:p>
          <a:p>
            <a:r>
              <a:rPr lang="en-US" dirty="0">
                <a:latin typeface="fkGroteskNeue"/>
              </a:rPr>
              <a:t>tk.Entry(root).grid(row=1, column=1)</a:t>
            </a:r>
          </a:p>
          <a:p>
            <a:endParaRPr lang="en-US" dirty="0">
              <a:latin typeface="fkGroteskNeue"/>
            </a:endParaRPr>
          </a:p>
          <a:p>
            <a:r>
              <a:rPr lang="en-US" dirty="0">
                <a:latin typeface="fkGroteskNeue"/>
              </a:rPr>
              <a:t>root.mainloop()</a:t>
            </a:r>
          </a:p>
          <a:p>
            <a:pPr algn="l">
              <a:buNone/>
            </a:pPr>
            <a:endParaRPr lang="en-US" b="0" i="0" dirty="0">
              <a:effectLst/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4244439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F1E20-CD30-8440-EE4F-D56B11741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756A7C-DB6F-4AFA-5DCE-BA5B478EC71A}"/>
              </a:ext>
            </a:extLst>
          </p:cNvPr>
          <p:cNvSpPr txBox="1"/>
          <p:nvPr/>
        </p:nvSpPr>
        <p:spPr>
          <a:xfrm>
            <a:off x="954156" y="155210"/>
            <a:ext cx="724562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Radio Buttons and Checkboxes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Radio buttons: Allow one choice among many.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fkGroteskNeue"/>
              </a:rPr>
              <a:t>Checkboxes: Allow multiple independent selections.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1" i="0" dirty="0">
                <a:effectLst/>
                <a:latin typeface="fkGroteskNeue"/>
              </a:rPr>
              <a:t>Example: Radio Buttons</a:t>
            </a:r>
          </a:p>
          <a:p>
            <a:pPr algn="l">
              <a:buNone/>
            </a:pPr>
            <a:endParaRPr lang="en-US" b="1" dirty="0">
              <a:latin typeface="fkGroteskNeue"/>
            </a:endParaRPr>
          </a:p>
          <a:p>
            <a:r>
              <a:rPr lang="en-US" dirty="0">
                <a:latin typeface="fkGroteskNeue"/>
              </a:rPr>
              <a:t>import tkinter as tk</a:t>
            </a:r>
          </a:p>
          <a:p>
            <a:endParaRPr lang="en-US" dirty="0">
              <a:latin typeface="fkGroteskNeue"/>
            </a:endParaRPr>
          </a:p>
          <a:p>
            <a:r>
              <a:rPr lang="en-US" dirty="0">
                <a:latin typeface="fkGroteskNeue"/>
              </a:rPr>
              <a:t>root = tk.Tk()</a:t>
            </a:r>
          </a:p>
          <a:p>
            <a:r>
              <a:rPr lang="en-US" dirty="0">
                <a:latin typeface="fkGroteskNeue"/>
              </a:rPr>
              <a:t>var = </a:t>
            </a:r>
            <a:r>
              <a:rPr lang="en-US" dirty="0" err="1">
                <a:latin typeface="fkGroteskNeue"/>
              </a:rPr>
              <a:t>tk.StringVar</a:t>
            </a:r>
            <a:r>
              <a:rPr lang="en-US" dirty="0">
                <a:latin typeface="fkGroteskNeue"/>
              </a:rPr>
              <a:t>()</a:t>
            </a:r>
          </a:p>
          <a:p>
            <a:endParaRPr lang="en-US" dirty="0">
              <a:latin typeface="fkGroteskNeue"/>
            </a:endParaRPr>
          </a:p>
          <a:p>
            <a:r>
              <a:rPr lang="en-US" dirty="0">
                <a:latin typeface="fkGroteskNeue"/>
              </a:rPr>
              <a:t>radio1 = </a:t>
            </a:r>
            <a:r>
              <a:rPr lang="en-US" dirty="0" err="1">
                <a:latin typeface="fkGroteskNeue"/>
              </a:rPr>
              <a:t>tk.Radiobutton</a:t>
            </a:r>
            <a:r>
              <a:rPr lang="en-US" dirty="0">
                <a:latin typeface="fkGroteskNeue"/>
              </a:rPr>
              <a:t>(root, text="Option 1", variable=var, value="1")</a:t>
            </a:r>
          </a:p>
          <a:p>
            <a:r>
              <a:rPr lang="en-US" dirty="0">
                <a:latin typeface="fkGroteskNeue"/>
              </a:rPr>
              <a:t>radio2 = </a:t>
            </a:r>
            <a:r>
              <a:rPr lang="en-US" dirty="0" err="1">
                <a:latin typeface="fkGroteskNeue"/>
              </a:rPr>
              <a:t>tk.Radiobutton</a:t>
            </a:r>
            <a:r>
              <a:rPr lang="en-US" dirty="0">
                <a:latin typeface="fkGroteskNeue"/>
              </a:rPr>
              <a:t>(root, text="Option 2", variable=var, value="2")</a:t>
            </a:r>
          </a:p>
          <a:p>
            <a:r>
              <a:rPr lang="en-US" dirty="0">
                <a:latin typeface="fkGroteskNeue"/>
              </a:rPr>
              <a:t>radio1.pack()</a:t>
            </a:r>
          </a:p>
          <a:p>
            <a:r>
              <a:rPr lang="en-US" dirty="0">
                <a:latin typeface="fkGroteskNeue"/>
              </a:rPr>
              <a:t>radio2.pack()</a:t>
            </a:r>
          </a:p>
          <a:p>
            <a:endParaRPr lang="en-US" dirty="0">
              <a:latin typeface="fkGroteskNeue"/>
            </a:endParaRPr>
          </a:p>
          <a:p>
            <a:r>
              <a:rPr lang="en-US" dirty="0">
                <a:latin typeface="fkGroteskNeue"/>
              </a:rPr>
              <a:t>root.mainloop()</a:t>
            </a:r>
          </a:p>
          <a:p>
            <a:pPr algn="l">
              <a:buNone/>
            </a:pPr>
            <a:endParaRPr lang="en-US" dirty="0">
              <a:latin typeface="fkGroteskNeue"/>
            </a:endParaRPr>
          </a:p>
          <a:p>
            <a:r>
              <a:rPr lang="en-IN" dirty="0"/>
              <a:t>Example: Checkboxes</a:t>
            </a:r>
          </a:p>
        </p:txBody>
      </p:sp>
    </p:spTree>
    <p:extLst>
      <p:ext uri="{BB962C8B-B14F-4D97-AF65-F5344CB8AC3E}">
        <p14:creationId xmlns:p14="http://schemas.microsoft.com/office/powerpoint/2010/main" val="3670643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56C95-65D4-3205-89F5-7AB16C2CF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7F075B-045C-8DC4-A523-7B649660213E}"/>
              </a:ext>
            </a:extLst>
          </p:cNvPr>
          <p:cNvSpPr txBox="1"/>
          <p:nvPr/>
        </p:nvSpPr>
        <p:spPr>
          <a:xfrm>
            <a:off x="944216" y="121937"/>
            <a:ext cx="797118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tkinter as tk</a:t>
            </a:r>
          </a:p>
          <a:p>
            <a:endParaRPr lang="en-IN" dirty="0"/>
          </a:p>
          <a:p>
            <a:r>
              <a:rPr lang="en-IN" dirty="0"/>
              <a:t>root = tk.Tk()</a:t>
            </a:r>
          </a:p>
          <a:p>
            <a:r>
              <a:rPr lang="en-IN" dirty="0"/>
              <a:t>var1 = </a:t>
            </a:r>
            <a:r>
              <a:rPr lang="en-IN" dirty="0" err="1"/>
              <a:t>tk.IntVar</a:t>
            </a:r>
            <a:r>
              <a:rPr lang="en-IN" dirty="0"/>
              <a:t>()</a:t>
            </a:r>
          </a:p>
          <a:p>
            <a:r>
              <a:rPr lang="en-IN" dirty="0"/>
              <a:t>var2 = </a:t>
            </a:r>
            <a:r>
              <a:rPr lang="en-IN" dirty="0" err="1"/>
              <a:t>tk.IntVar</a:t>
            </a:r>
            <a:r>
              <a:rPr lang="en-IN" dirty="0"/>
              <a:t>()</a:t>
            </a:r>
          </a:p>
          <a:p>
            <a:endParaRPr lang="en-IN" dirty="0"/>
          </a:p>
          <a:p>
            <a:r>
              <a:rPr lang="en-IN" dirty="0"/>
              <a:t>check1 = </a:t>
            </a:r>
            <a:r>
              <a:rPr lang="en-IN" dirty="0" err="1"/>
              <a:t>tk.Checkbutton</a:t>
            </a:r>
            <a:r>
              <a:rPr lang="en-IN" dirty="0"/>
              <a:t>(root, text="Check 1", variable=var1)</a:t>
            </a:r>
          </a:p>
          <a:p>
            <a:r>
              <a:rPr lang="en-IN" dirty="0"/>
              <a:t>check2 = tk.Checkbutton(root, text="Check 2", variable=var2)</a:t>
            </a:r>
          </a:p>
          <a:p>
            <a:r>
              <a:rPr lang="en-IN" dirty="0"/>
              <a:t>check1.pack()</a:t>
            </a:r>
          </a:p>
          <a:p>
            <a:r>
              <a:rPr lang="en-IN" dirty="0"/>
              <a:t>check2.pack()</a:t>
            </a:r>
          </a:p>
          <a:p>
            <a:endParaRPr lang="en-IN" dirty="0"/>
          </a:p>
          <a:p>
            <a:r>
              <a:rPr lang="en-IN" dirty="0"/>
              <a:t>root.mainloop()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64439-2B46-1312-28A3-DD3EFAAF888E}"/>
              </a:ext>
            </a:extLst>
          </p:cNvPr>
          <p:cNvSpPr txBox="1"/>
          <p:nvPr/>
        </p:nvSpPr>
        <p:spPr>
          <a:xfrm>
            <a:off x="944216" y="3753823"/>
            <a:ext cx="851783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b="1" i="0" dirty="0">
                <a:effectLst/>
                <a:latin typeface="fkGrotesk"/>
              </a:rPr>
              <a:t>Dialog</a:t>
            </a:r>
            <a:r>
              <a:rPr lang="en-IN" b="0" i="0" dirty="0">
                <a:effectLst/>
                <a:latin typeface="fkGrotesk"/>
              </a:rPr>
              <a:t> </a:t>
            </a:r>
            <a:r>
              <a:rPr lang="en-IN" b="1" i="0" dirty="0">
                <a:effectLst/>
                <a:latin typeface="fkGrotesk"/>
              </a:rPr>
              <a:t>Boxes</a:t>
            </a:r>
          </a:p>
          <a:p>
            <a:pPr algn="l">
              <a:buNone/>
            </a:pPr>
            <a:r>
              <a:rPr lang="en-IN" b="0" i="0" dirty="0">
                <a:effectLst/>
                <a:latin typeface="fkGroteskNeue"/>
              </a:rPr>
              <a:t>Dialog boxes are pop-up windows for messages, prompts, or file selection.</a:t>
            </a:r>
          </a:p>
          <a:p>
            <a:pPr algn="l">
              <a:buNone/>
            </a:pPr>
            <a:r>
              <a:rPr lang="en-IN" b="0" i="0" dirty="0">
                <a:effectLst/>
                <a:latin typeface="fkGroteskNeue"/>
              </a:rPr>
              <a:t>Built-in dialogs in Tkinter: </a:t>
            </a:r>
            <a:r>
              <a:rPr lang="en-IN" b="0" i="0" dirty="0">
                <a:effectLst/>
                <a:latin typeface="berkeleyMono"/>
              </a:rPr>
              <a:t>messagebox</a:t>
            </a:r>
            <a:r>
              <a:rPr lang="en-IN" b="0" i="0" dirty="0">
                <a:effectLst/>
                <a:latin typeface="fkGroteskNeue"/>
              </a:rPr>
              <a:t>, </a:t>
            </a:r>
            <a:r>
              <a:rPr lang="en-IN" b="0" i="0" dirty="0">
                <a:effectLst/>
                <a:latin typeface="berkeleyMono"/>
              </a:rPr>
              <a:t>filedialog</a:t>
            </a:r>
            <a:endParaRPr lang="en-IN" b="0" i="0" dirty="0">
              <a:effectLst/>
              <a:latin typeface="fkGroteskNeue"/>
            </a:endParaRPr>
          </a:p>
          <a:p>
            <a:pPr algn="l">
              <a:buNone/>
            </a:pPr>
            <a:endParaRPr lang="en-IN" dirty="0">
              <a:latin typeface="fkGroteskNeue"/>
            </a:endParaRPr>
          </a:p>
          <a:p>
            <a:pPr algn="l">
              <a:buNone/>
            </a:pPr>
            <a:r>
              <a:rPr lang="en-IN" b="0" i="0" dirty="0">
                <a:effectLst/>
                <a:latin typeface="fkGroteskNeue"/>
              </a:rPr>
              <a:t>Example: Message Box</a:t>
            </a:r>
          </a:p>
        </p:txBody>
      </p:sp>
    </p:spTree>
    <p:extLst>
      <p:ext uri="{BB962C8B-B14F-4D97-AF65-F5344CB8AC3E}">
        <p14:creationId xmlns:p14="http://schemas.microsoft.com/office/powerpoint/2010/main" val="1397134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86179-1B90-4312-2FE0-058AA1DD8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69E415-2091-A457-8D0D-DC6A2DC5D02B}"/>
              </a:ext>
            </a:extLst>
          </p:cNvPr>
          <p:cNvSpPr txBox="1"/>
          <p:nvPr/>
        </p:nvSpPr>
        <p:spPr>
          <a:xfrm>
            <a:off x="884584" y="217438"/>
            <a:ext cx="819315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tkinter as tk</a:t>
            </a:r>
          </a:p>
          <a:p>
            <a:r>
              <a:rPr lang="en-IN" dirty="0"/>
              <a:t>from tkinter import messagebox</a:t>
            </a:r>
          </a:p>
          <a:p>
            <a:endParaRPr lang="en-IN" dirty="0"/>
          </a:p>
          <a:p>
            <a:r>
              <a:rPr lang="en-IN" dirty="0"/>
              <a:t>root = tk.Tk()</a:t>
            </a:r>
          </a:p>
          <a:p>
            <a:r>
              <a:rPr lang="en-IN" dirty="0" err="1"/>
              <a:t>root.withdraw</a:t>
            </a:r>
            <a:r>
              <a:rPr lang="en-IN" dirty="0"/>
              <a:t>()  # Hide main window</a:t>
            </a:r>
          </a:p>
          <a:p>
            <a:endParaRPr lang="en-IN" dirty="0"/>
          </a:p>
          <a:p>
            <a:r>
              <a:rPr lang="en-IN" dirty="0"/>
              <a:t>messagebox.showinfo("Information", "This is a message box")</a:t>
            </a:r>
          </a:p>
          <a:p>
            <a:endParaRPr lang="en-IN" dirty="0"/>
          </a:p>
          <a:p>
            <a:r>
              <a:rPr lang="en-IN" b="1" dirty="0"/>
              <a:t>Example: File Dialog</a:t>
            </a:r>
          </a:p>
          <a:p>
            <a:endParaRPr lang="en-IN" dirty="0"/>
          </a:p>
          <a:p>
            <a:r>
              <a:rPr lang="en-IN" dirty="0"/>
              <a:t>import tkinter as tk</a:t>
            </a:r>
          </a:p>
          <a:p>
            <a:r>
              <a:rPr lang="en-IN" dirty="0"/>
              <a:t>from tkinter import filedialog</a:t>
            </a:r>
          </a:p>
          <a:p>
            <a:endParaRPr lang="en-IN" dirty="0"/>
          </a:p>
          <a:p>
            <a:r>
              <a:rPr lang="en-IN" dirty="0"/>
              <a:t>root = tk.Tk()</a:t>
            </a:r>
          </a:p>
          <a:p>
            <a:r>
              <a:rPr lang="en-IN" dirty="0"/>
              <a:t>root.withdraw()</a:t>
            </a:r>
          </a:p>
          <a:p>
            <a:endParaRPr lang="en-IN" dirty="0"/>
          </a:p>
          <a:p>
            <a:r>
              <a:rPr lang="en-IN" dirty="0"/>
              <a:t>filename = filedialog.askopenfilename()</a:t>
            </a:r>
          </a:p>
          <a:p>
            <a:r>
              <a:rPr lang="en-IN" dirty="0"/>
              <a:t>print("Selected file:", filename)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8694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861B9-D40A-C51D-4D62-8DBF356EE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67510D-C689-2957-7EEA-4D7471C396F6}"/>
              </a:ext>
            </a:extLst>
          </p:cNvPr>
          <p:cNvSpPr txBox="1"/>
          <p:nvPr/>
        </p:nvSpPr>
        <p:spPr>
          <a:xfrm>
            <a:off x="834886" y="194966"/>
            <a:ext cx="84681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6.3 Database Access </a:t>
            </a:r>
          </a:p>
          <a:p>
            <a:r>
              <a:rPr lang="en-IN" b="1" dirty="0"/>
              <a:t>Python’s Database Connectivity </a:t>
            </a:r>
          </a:p>
          <a:p>
            <a:r>
              <a:rPr lang="en-IN" b="1" dirty="0"/>
              <a:t>Types of Databases Used with Python </a:t>
            </a:r>
          </a:p>
          <a:p>
            <a:r>
              <a:rPr lang="en-IN" b="1" dirty="0"/>
              <a:t>MySQL database Connectivity with Python </a:t>
            </a:r>
          </a:p>
          <a:p>
            <a:r>
              <a:rPr lang="en-IN" b="1" dirty="0"/>
              <a:t>Performing Insert, Deleting &amp; Update operations on database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2FB8ED-90A4-676F-3579-55D6825E43D7}"/>
              </a:ext>
            </a:extLst>
          </p:cNvPr>
          <p:cNvSpPr txBox="1"/>
          <p:nvPr/>
        </p:nvSpPr>
        <p:spPr>
          <a:xfrm>
            <a:off x="834885" y="1805753"/>
            <a:ext cx="84681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Database Access in Python</a:t>
            </a:r>
            <a:endParaRPr lang="en-US" b="1" i="0" dirty="0">
              <a:effectLst/>
              <a:latin typeface="fkGroteskNeue"/>
            </a:endParaRPr>
          </a:p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This section introduces how Python connects to databases, the types of databases commonly used, and basics of performing database operations such as insert, delete, and update.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335E9B-0599-3074-1869-5943B58770C2}"/>
              </a:ext>
            </a:extLst>
          </p:cNvPr>
          <p:cNvSpPr txBox="1"/>
          <p:nvPr/>
        </p:nvSpPr>
        <p:spPr>
          <a:xfrm>
            <a:off x="834885" y="3139541"/>
            <a:ext cx="87364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fkGrotesk"/>
              </a:rPr>
              <a:t>Python’s Database Connectivity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Python supports connecting to databases through Database Connectivity APIs.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fkGroteskNeue"/>
              </a:rPr>
              <a:t>The most common module is </a:t>
            </a:r>
            <a:r>
              <a:rPr lang="en-IN" b="0" i="0" dirty="0">
                <a:effectLst/>
                <a:latin typeface="berkeleyMono"/>
              </a:rPr>
              <a:t>DB-API</a:t>
            </a:r>
            <a:r>
              <a:rPr lang="en-IN" b="0" i="0" dirty="0">
                <a:effectLst/>
                <a:latin typeface="fkGroteskNeue"/>
              </a:rPr>
              <a:t> standard (PEP 249), which many database-specific libraries follow.</a:t>
            </a:r>
          </a:p>
          <a:p>
            <a:pPr algn="l"/>
            <a:endParaRPr lang="en-IN" b="0" i="0" dirty="0">
              <a:effectLst/>
              <a:latin typeface="fkGroteskNeue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1" i="0" dirty="0">
                <a:effectLst/>
                <a:latin typeface="fkGroteskNeue"/>
              </a:rPr>
              <a:t>Popular database connectors in Python include: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berkeleyMono"/>
              </a:rPr>
              <a:t>MySQL-connector-python</a:t>
            </a:r>
            <a:r>
              <a:rPr lang="en-IN" b="0" i="0" dirty="0">
                <a:effectLst/>
                <a:latin typeface="fkGroteskNeue"/>
              </a:rPr>
              <a:t> or </a:t>
            </a:r>
            <a:r>
              <a:rPr lang="en-IN" b="0" i="0" dirty="0">
                <a:effectLst/>
                <a:latin typeface="berkeleyMono"/>
              </a:rPr>
              <a:t>PyMySQL</a:t>
            </a:r>
            <a:r>
              <a:rPr lang="en-IN" b="0" i="0" dirty="0">
                <a:effectLst/>
                <a:latin typeface="fkGroteskNeue"/>
              </a:rPr>
              <a:t> for MySQL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berkeleyMono"/>
              </a:rPr>
              <a:t>sqlite3</a:t>
            </a:r>
            <a:r>
              <a:rPr lang="en-IN" b="0" i="0" dirty="0">
                <a:effectLst/>
                <a:latin typeface="fkGroteskNeue"/>
              </a:rPr>
              <a:t> for SQLite (built-in)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berkeleyMono"/>
              </a:rPr>
              <a:t>psycopg2</a:t>
            </a:r>
            <a:r>
              <a:rPr lang="en-IN" b="0" i="0" dirty="0">
                <a:effectLst/>
                <a:latin typeface="fkGroteskNeue"/>
              </a:rPr>
              <a:t> for PostgreSQL</a:t>
            </a:r>
          </a:p>
        </p:txBody>
      </p:sp>
    </p:spTree>
    <p:extLst>
      <p:ext uri="{BB962C8B-B14F-4D97-AF65-F5344CB8AC3E}">
        <p14:creationId xmlns:p14="http://schemas.microsoft.com/office/powerpoint/2010/main" val="5343329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13346-4347-0FEB-86F2-7977D3D86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E6ED55-1B4F-A1D9-EA2E-51AF8D7EEA83}"/>
              </a:ext>
            </a:extLst>
          </p:cNvPr>
          <p:cNvSpPr txBox="1"/>
          <p:nvPr/>
        </p:nvSpPr>
        <p:spPr>
          <a:xfrm>
            <a:off x="844826" y="134683"/>
            <a:ext cx="84383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Types of Databases Used with Python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130761B-7694-B77A-681D-7B77148EB2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88453"/>
              </p:ext>
            </p:extLst>
          </p:nvPr>
        </p:nvGraphicFramePr>
        <p:xfrm>
          <a:off x="844826" y="659054"/>
          <a:ext cx="8596311" cy="2133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898374">
                  <a:extLst>
                    <a:ext uri="{9D8B030D-6E8A-4147-A177-3AD203B41FA5}">
                      <a16:colId xmlns:a16="http://schemas.microsoft.com/office/drawing/2014/main" val="2952957685"/>
                    </a:ext>
                  </a:extLst>
                </a:gridCol>
                <a:gridCol w="3776870">
                  <a:extLst>
                    <a:ext uri="{9D8B030D-6E8A-4147-A177-3AD203B41FA5}">
                      <a16:colId xmlns:a16="http://schemas.microsoft.com/office/drawing/2014/main" val="1730576301"/>
                    </a:ext>
                  </a:extLst>
                </a:gridCol>
                <a:gridCol w="2921067">
                  <a:extLst>
                    <a:ext uri="{9D8B030D-6E8A-4147-A177-3AD203B41FA5}">
                      <a16:colId xmlns:a16="http://schemas.microsoft.com/office/drawing/2014/main" val="4549040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Database Type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Description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>
                          <a:effectLst/>
                        </a:rPr>
                        <a:t>Use Case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7437358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Relational (SQL)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Stores data in tables with rows &amp; columns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MySQL, PostgreSQL, SQLite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6489327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NoSQL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</a:rPr>
                        <a:t>Stores data in flexible formats (JSON, key-value)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MongoDB, Redis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1018667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In-memory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effectLst/>
                        </a:rPr>
                        <a:t>Fast, temporary storage</a:t>
                      </a:r>
                    </a:p>
                  </a:txBody>
                  <a:tcPr marL="60960" marR="60960" marT="60960" marB="6096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effectLst/>
                        </a:rPr>
                        <a:t>Redis, Memcached</a:t>
                      </a:r>
                    </a:p>
                  </a:txBody>
                  <a:tcPr marL="60960" marR="60960" marT="60960" marB="60960" anchor="ctr"/>
                </a:tc>
                <a:extLst>
                  <a:ext uri="{0D108BD9-81ED-4DB2-BD59-A6C34878D82A}">
                    <a16:rowId xmlns:a16="http://schemas.microsoft.com/office/drawing/2014/main" val="382814547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D204D109-B2CF-C562-1258-08B5453607E0}"/>
              </a:ext>
            </a:extLst>
          </p:cNvPr>
          <p:cNvSpPr txBox="1"/>
          <p:nvPr/>
        </p:nvSpPr>
        <p:spPr>
          <a:xfrm>
            <a:off x="844826" y="3059668"/>
            <a:ext cx="83091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0" i="0" dirty="0">
                <a:effectLst/>
                <a:latin typeface="fkGroteskNeue"/>
              </a:rPr>
              <a:t>For this note, we'll focus on MySQL as a popular relational database example.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B986D2-DF1B-EC2A-5888-695135FA1826}"/>
              </a:ext>
            </a:extLst>
          </p:cNvPr>
          <p:cNvSpPr txBox="1"/>
          <p:nvPr/>
        </p:nvSpPr>
        <p:spPr>
          <a:xfrm>
            <a:off x="914399" y="3696014"/>
            <a:ext cx="852673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MySQL Database Connectivity with Python</a:t>
            </a:r>
          </a:p>
          <a:p>
            <a:pPr algn="l">
              <a:buNone/>
            </a:pPr>
            <a:r>
              <a:rPr lang="en-US" b="1" i="0" dirty="0">
                <a:effectLst/>
                <a:latin typeface="fkGrotesk"/>
              </a:rPr>
              <a:t>Setting Up: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Install MySQL server.</a:t>
            </a:r>
          </a:p>
          <a:p>
            <a:pPr algn="l">
              <a:buFont typeface="+mj-lt"/>
              <a:buAutoNum type="arabicPeriod"/>
            </a:pPr>
            <a:r>
              <a:rPr lang="en-US" b="0" i="0" dirty="0">
                <a:effectLst/>
                <a:latin typeface="fkGroteskNeue"/>
              </a:rPr>
              <a:t>Install Python MySQL connector module</a:t>
            </a:r>
          </a:p>
          <a:p>
            <a:pPr algn="l"/>
            <a:endParaRPr lang="en-US" b="0" i="0" dirty="0">
              <a:effectLst/>
              <a:latin typeface="fkGroteskNeue"/>
            </a:endParaRPr>
          </a:p>
          <a:p>
            <a:r>
              <a:rPr lang="en-US" dirty="0">
                <a:latin typeface="fkGroteskNeue"/>
              </a:rPr>
              <a:t>pip install </a:t>
            </a:r>
            <a:r>
              <a:rPr lang="en-US" dirty="0" err="1">
                <a:latin typeface="fkGroteskNeue"/>
              </a:rPr>
              <a:t>mysql</a:t>
            </a:r>
            <a:r>
              <a:rPr lang="en-US" dirty="0">
                <a:latin typeface="fkGroteskNeue"/>
              </a:rPr>
              <a:t>-connector-python</a:t>
            </a:r>
          </a:p>
          <a:p>
            <a:pPr algn="l">
              <a:buFont typeface="+mj-lt"/>
              <a:buAutoNum type="arabicPeriod"/>
            </a:pPr>
            <a:endParaRPr lang="en-US" dirty="0">
              <a:latin typeface="fkGroteskNeue"/>
            </a:endParaRPr>
          </a:p>
        </p:txBody>
      </p:sp>
    </p:spTree>
    <p:extLst>
      <p:ext uri="{BB962C8B-B14F-4D97-AF65-F5344CB8AC3E}">
        <p14:creationId xmlns:p14="http://schemas.microsoft.com/office/powerpoint/2010/main" val="17041773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8EDBA-5938-EDB5-380A-F8783DA18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CEE304-33D4-0A2E-4DFA-EC0D8D7C90D7}"/>
              </a:ext>
            </a:extLst>
          </p:cNvPr>
          <p:cNvSpPr txBox="1"/>
          <p:nvPr/>
        </p:nvSpPr>
        <p:spPr>
          <a:xfrm>
            <a:off x="854764" y="184378"/>
            <a:ext cx="73947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effectLst/>
                <a:latin typeface="fkGrotesk"/>
              </a:rPr>
              <a:t>Connecting to MySQL Database:</a:t>
            </a:r>
            <a:endParaRPr lang="en-IN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84295-21F9-B705-2192-70D832BD374B}"/>
              </a:ext>
            </a:extLst>
          </p:cNvPr>
          <p:cNvSpPr txBox="1"/>
          <p:nvPr/>
        </p:nvSpPr>
        <p:spPr>
          <a:xfrm>
            <a:off x="944218" y="634954"/>
            <a:ext cx="61026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import </a:t>
            </a:r>
            <a:r>
              <a:rPr lang="en-IN" dirty="0" err="1"/>
              <a:t>mysql.connector</a:t>
            </a:r>
            <a:endParaRPr lang="en-IN" dirty="0"/>
          </a:p>
          <a:p>
            <a:endParaRPr lang="en-IN" dirty="0"/>
          </a:p>
          <a:p>
            <a:r>
              <a:rPr lang="en-IN" dirty="0"/>
              <a:t>conn = </a:t>
            </a:r>
            <a:r>
              <a:rPr lang="en-IN" dirty="0" err="1"/>
              <a:t>mysql.connector.connect</a:t>
            </a:r>
            <a:r>
              <a:rPr lang="en-IN" dirty="0"/>
              <a:t>(</a:t>
            </a:r>
          </a:p>
          <a:p>
            <a:r>
              <a:rPr lang="en-IN" dirty="0"/>
              <a:t>    host="localhost",</a:t>
            </a:r>
          </a:p>
          <a:p>
            <a:r>
              <a:rPr lang="en-IN" dirty="0"/>
              <a:t>    user="root",</a:t>
            </a:r>
          </a:p>
          <a:p>
            <a:r>
              <a:rPr lang="en-IN" dirty="0"/>
              <a:t>    password="</a:t>
            </a:r>
            <a:r>
              <a:rPr lang="en-IN" dirty="0" err="1"/>
              <a:t>your_password</a:t>
            </a:r>
            <a:r>
              <a:rPr lang="en-IN" dirty="0"/>
              <a:t>",</a:t>
            </a:r>
          </a:p>
          <a:p>
            <a:r>
              <a:rPr lang="en-IN" dirty="0"/>
              <a:t>    database="</a:t>
            </a:r>
            <a:r>
              <a:rPr lang="en-IN" dirty="0" err="1"/>
              <a:t>your_database</a:t>
            </a:r>
            <a:r>
              <a:rPr lang="en-IN" dirty="0"/>
              <a:t>"</a:t>
            </a:r>
          </a:p>
          <a:p>
            <a:r>
              <a:rPr lang="en-IN" dirty="0"/>
              <a:t>)</a:t>
            </a:r>
          </a:p>
          <a:p>
            <a:r>
              <a:rPr lang="en-IN" dirty="0"/>
              <a:t>cursor = </a:t>
            </a:r>
            <a:r>
              <a:rPr lang="en-IN" dirty="0" err="1"/>
              <a:t>conn.cursor</a:t>
            </a:r>
            <a:r>
              <a:rPr lang="en-IN" dirty="0"/>
              <a:t>()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070A8C-1E50-B20A-D61F-250D579366F3}"/>
              </a:ext>
            </a:extLst>
          </p:cNvPr>
          <p:cNvSpPr txBox="1"/>
          <p:nvPr/>
        </p:nvSpPr>
        <p:spPr>
          <a:xfrm>
            <a:off x="944218" y="3301521"/>
            <a:ext cx="610262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effectLst/>
                <a:latin typeface="fkGrotesk"/>
              </a:rPr>
              <a:t>Closing connection:</a:t>
            </a:r>
          </a:p>
          <a:p>
            <a:pPr>
              <a:buNone/>
            </a:pPr>
            <a:endParaRPr lang="en-IN" b="1" dirty="0">
              <a:latin typeface="fkGrotesk"/>
            </a:endParaRPr>
          </a:p>
          <a:p>
            <a:pPr>
              <a:buNone/>
            </a:pPr>
            <a:r>
              <a:rPr lang="en-IN" dirty="0" err="1">
                <a:latin typeface="fkGrotesk"/>
              </a:rPr>
              <a:t>cursor.close</a:t>
            </a:r>
            <a:r>
              <a:rPr lang="en-IN" dirty="0">
                <a:latin typeface="fkGrotesk"/>
              </a:rPr>
              <a:t>()</a:t>
            </a:r>
          </a:p>
          <a:p>
            <a:pPr>
              <a:buNone/>
            </a:pPr>
            <a:r>
              <a:rPr lang="en-IN" dirty="0" err="1">
                <a:latin typeface="fkGrotesk"/>
              </a:rPr>
              <a:t>conn.close</a:t>
            </a:r>
            <a:r>
              <a:rPr lang="en-IN" dirty="0">
                <a:latin typeface="fkGrotesk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5326582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1BDE5-00EF-E076-6B2B-5875FB4EB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3E0A899-4898-5D65-9EF0-B75108B900C9}"/>
              </a:ext>
            </a:extLst>
          </p:cNvPr>
          <p:cNvSpPr txBox="1"/>
          <p:nvPr/>
        </p:nvSpPr>
        <p:spPr>
          <a:xfrm>
            <a:off x="884582" y="77617"/>
            <a:ext cx="8279296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b="1" i="0" dirty="0">
                <a:effectLst/>
                <a:latin typeface="fkGrotesk"/>
              </a:rPr>
              <a:t>Performing Database Operations</a:t>
            </a:r>
          </a:p>
          <a:p>
            <a:pPr algn="l">
              <a:buNone/>
            </a:pPr>
            <a:r>
              <a:rPr lang="en-IN" b="0" i="0" dirty="0">
                <a:effectLst/>
                <a:latin typeface="fkGrotesk"/>
              </a:rPr>
              <a:t>1. Inserting Data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berkeleyMono"/>
              </a:rPr>
              <a:t>Python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latin typeface="berkeleyMono"/>
              </a:rPr>
              <a:t>sql = "INSERT INTO students (name, age) VALUES (%s, %s)"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latin typeface="berkeleyMono"/>
              </a:rPr>
              <a:t>values = ("John", 22)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 err="1">
                <a:latin typeface="berkeleyMono"/>
              </a:rPr>
              <a:t>cursor.execute</a:t>
            </a:r>
            <a:r>
              <a:rPr lang="en-US" dirty="0">
                <a:latin typeface="berkeleyMono"/>
              </a:rPr>
              <a:t>(sql, values)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 err="1">
                <a:latin typeface="berkeleyMono"/>
              </a:rPr>
              <a:t>conn.commit</a:t>
            </a:r>
            <a:r>
              <a:rPr lang="en-US" dirty="0">
                <a:latin typeface="berkeleyMono"/>
              </a:rPr>
              <a:t>()  # Save changes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latin typeface="berkeleyMono"/>
              </a:rPr>
              <a:t>print(</a:t>
            </a:r>
            <a:r>
              <a:rPr lang="en-US" dirty="0" err="1">
                <a:latin typeface="berkeleyMono"/>
              </a:rPr>
              <a:t>cursor.rowcount</a:t>
            </a:r>
            <a:r>
              <a:rPr lang="en-US" dirty="0">
                <a:latin typeface="berkeleyMono"/>
              </a:rPr>
              <a:t>, "record inserted.")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endParaRPr lang="en-IN" b="0" i="0" dirty="0">
              <a:effectLst/>
              <a:latin typeface="berkeleyMono"/>
            </a:endParaRPr>
          </a:p>
        </p:txBody>
      </p:sp>
    </p:spTree>
    <p:extLst>
      <p:ext uri="{BB962C8B-B14F-4D97-AF65-F5344CB8AC3E}">
        <p14:creationId xmlns:p14="http://schemas.microsoft.com/office/powerpoint/2010/main" val="1136694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6A88F-84F4-E1DC-DEBC-3E552494B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880DFCA-7FBA-560C-5739-9B57EEE7DE29}"/>
              </a:ext>
            </a:extLst>
          </p:cNvPr>
          <p:cNvSpPr txBox="1"/>
          <p:nvPr/>
        </p:nvSpPr>
        <p:spPr>
          <a:xfrm>
            <a:off x="1033669" y="79187"/>
            <a:ext cx="816996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effectLst/>
                <a:latin typeface="fkGrotesk"/>
              </a:rPr>
              <a:t>2. Deleting Data</a:t>
            </a:r>
          </a:p>
          <a:p>
            <a:pPr>
              <a:buNone/>
            </a:pPr>
            <a:endParaRPr lang="en-IN" dirty="0">
              <a:latin typeface="fkGrotesk"/>
            </a:endParaRPr>
          </a:p>
          <a:p>
            <a:pPr>
              <a:buNone/>
            </a:pPr>
            <a:r>
              <a:rPr lang="en-IN" dirty="0"/>
              <a:t>Python</a:t>
            </a:r>
          </a:p>
          <a:p>
            <a:pPr>
              <a:buNone/>
            </a:pPr>
            <a:endParaRPr lang="en-IN" b="0" dirty="0">
              <a:effectLst/>
              <a:latin typeface="fkGrotesk"/>
            </a:endParaRPr>
          </a:p>
          <a:p>
            <a:pPr>
              <a:buNone/>
            </a:pPr>
            <a:r>
              <a:rPr lang="en-IN" dirty="0">
                <a:latin typeface="fkGrotesk"/>
              </a:rPr>
              <a:t>sql = "DELETE FROM students WHERE id = %s"</a:t>
            </a:r>
          </a:p>
          <a:p>
            <a:pPr>
              <a:buNone/>
            </a:pPr>
            <a:r>
              <a:rPr lang="en-IN" dirty="0">
                <a:latin typeface="fkGrotesk"/>
              </a:rPr>
              <a:t>value = (3,)</a:t>
            </a:r>
          </a:p>
          <a:p>
            <a:pPr>
              <a:buNone/>
            </a:pPr>
            <a:r>
              <a:rPr lang="en-IN" dirty="0">
                <a:latin typeface="fkGrotesk"/>
              </a:rPr>
              <a:t>cursor.execute(sql, value)</a:t>
            </a:r>
          </a:p>
          <a:p>
            <a:pPr>
              <a:buNone/>
            </a:pPr>
            <a:r>
              <a:rPr lang="en-IN" dirty="0">
                <a:latin typeface="fkGrotesk"/>
              </a:rPr>
              <a:t>conn.commit()</a:t>
            </a:r>
          </a:p>
          <a:p>
            <a:pPr>
              <a:buNone/>
            </a:pPr>
            <a:r>
              <a:rPr lang="en-IN" dirty="0">
                <a:latin typeface="fkGrotesk"/>
              </a:rPr>
              <a:t>print(cursor.rowcount, "record deleted.")</a:t>
            </a:r>
          </a:p>
          <a:p>
            <a:pPr>
              <a:buNone/>
            </a:pPr>
            <a:endParaRPr lang="en-IN" b="0" dirty="0">
              <a:effectLst/>
              <a:latin typeface="fkGrotesk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C13FBB-FC13-6AF7-FD6D-CA010D5DA773}"/>
              </a:ext>
            </a:extLst>
          </p:cNvPr>
          <p:cNvSpPr txBox="1"/>
          <p:nvPr/>
        </p:nvSpPr>
        <p:spPr>
          <a:xfrm>
            <a:off x="1033669" y="2941509"/>
            <a:ext cx="6102626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0" dirty="0">
                <a:effectLst/>
                <a:latin typeface="fkGrotesk"/>
              </a:rPr>
              <a:t>3. Updating Data</a:t>
            </a:r>
          </a:p>
          <a:p>
            <a:pPr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b="0" i="0" dirty="0">
                <a:effectLst/>
                <a:latin typeface="berkeleyMono"/>
              </a:rPr>
              <a:t>Python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latin typeface="berkeleyMono"/>
              </a:rPr>
              <a:t>sql = "UPDATE students SET age = %s WHERE name = %s"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latin typeface="berkeleyMono"/>
              </a:rPr>
              <a:t>values = (23, "John")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latin typeface="berkeleyMono"/>
              </a:rPr>
              <a:t>cursor.execute(sql, values)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latin typeface="berkeleyMono"/>
              </a:rPr>
              <a:t>conn.commit()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latin typeface="berkeleyMono"/>
              </a:rPr>
              <a:t>print(cursor.rowcount, "record updated.")</a:t>
            </a:r>
          </a:p>
        </p:txBody>
      </p:sp>
    </p:spTree>
    <p:extLst>
      <p:ext uri="{BB962C8B-B14F-4D97-AF65-F5344CB8AC3E}">
        <p14:creationId xmlns:p14="http://schemas.microsoft.com/office/powerpoint/2010/main" val="120303541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43</TotalTime>
  <Words>1529</Words>
  <Application>Microsoft Office PowerPoint</Application>
  <PresentationFormat>Widescreen</PresentationFormat>
  <Paragraphs>244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Arial</vt:lpstr>
      <vt:lpstr>berkeleyMono</vt:lpstr>
      <vt:lpstr>fkGrotesk</vt:lpstr>
      <vt:lpstr>fkGroteskNeue</vt:lpstr>
      <vt:lpstr>Trebuchet MS</vt:lpstr>
      <vt:lpstr>Wingdings</vt:lpstr>
      <vt:lpstr>Wingdings 3</vt:lpstr>
      <vt:lpstr>Facet</vt:lpstr>
      <vt:lpstr>GUI Programming and Databases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shshinde2580@gmail.com</dc:creator>
  <cp:lastModifiedBy>shshinde2580@gmail.com</cp:lastModifiedBy>
  <cp:revision>1</cp:revision>
  <dcterms:created xsi:type="dcterms:W3CDTF">2025-10-05T10:24:07Z</dcterms:created>
  <dcterms:modified xsi:type="dcterms:W3CDTF">2025-10-05T11:07:38Z</dcterms:modified>
</cp:coreProperties>
</file>