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3680A-8A7C-4D32-A582-DBB890683D08}" v="295" dt="2025-10-22T16:25:09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7" autoAdjust="0"/>
    <p:restoredTop sz="94660"/>
  </p:normalViewPr>
  <p:slideViewPr>
    <p:cSldViewPr snapToGrid="0">
      <p:cViewPr>
        <p:scale>
          <a:sx n="66" d="100"/>
          <a:sy n="66" d="100"/>
        </p:scale>
        <p:origin x="50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undo custSel addSld delSld modSld">
      <pc:chgData name="shshinde2580@gmail.com" userId="86fdf0c531315612" providerId="LiveId" clId="{80EF1F59-5901-4077-BC9B-DA299863282D}" dt="2025-10-22T16:27:31.447" v="1065" actId="2696"/>
      <pc:docMkLst>
        <pc:docMk/>
      </pc:docMkLst>
      <pc:sldChg chg="addSp delSp modSp mod">
        <pc:chgData name="shshinde2580@gmail.com" userId="86fdf0c531315612" providerId="LiveId" clId="{80EF1F59-5901-4077-BC9B-DA299863282D}" dt="2025-10-22T14:05:51.368" v="34" actId="20577"/>
        <pc:sldMkLst>
          <pc:docMk/>
          <pc:sldMk cId="3160130034" sldId="279"/>
        </pc:sldMkLst>
        <pc:spChg chg="del">
          <ac:chgData name="shshinde2580@gmail.com" userId="86fdf0c531315612" providerId="LiveId" clId="{80EF1F59-5901-4077-BC9B-DA299863282D}" dt="2025-10-22T14:04:53.088" v="0" actId="21"/>
          <ac:spMkLst>
            <pc:docMk/>
            <pc:sldMk cId="3160130034" sldId="279"/>
            <ac:spMk id="2" creationId="{E7B7209A-C1F8-C921-4D9F-FB3E6CE2D670}"/>
          </ac:spMkLst>
        </pc:spChg>
        <pc:spChg chg="del">
          <ac:chgData name="shshinde2580@gmail.com" userId="86fdf0c531315612" providerId="LiveId" clId="{80EF1F59-5901-4077-BC9B-DA299863282D}" dt="2025-10-22T14:04:55.706" v="1" actId="21"/>
          <ac:spMkLst>
            <pc:docMk/>
            <pc:sldMk cId="3160130034" sldId="279"/>
            <ac:spMk id="3" creationId="{24D06777-E7C9-5807-592E-376AC65E0595}"/>
          </ac:spMkLst>
        </pc:spChg>
        <pc:spChg chg="add mod">
          <ac:chgData name="shshinde2580@gmail.com" userId="86fdf0c531315612" providerId="LiveId" clId="{80EF1F59-5901-4077-BC9B-DA299863282D}" dt="2025-10-22T14:05:51.368" v="34" actId="20577"/>
          <ac:spMkLst>
            <pc:docMk/>
            <pc:sldMk cId="3160130034" sldId="279"/>
            <ac:spMk id="5" creationId="{820EDB06-C550-60E2-2535-42BFBEAD58E8}"/>
          </ac:spMkLst>
        </pc:spChg>
      </pc:sldChg>
      <pc:sldChg chg="addSp delSp modSp add mod">
        <pc:chgData name="shshinde2580@gmail.com" userId="86fdf0c531315612" providerId="LiveId" clId="{80EF1F59-5901-4077-BC9B-DA299863282D}" dt="2025-10-22T14:21:30.166" v="82" actId="14100"/>
        <pc:sldMkLst>
          <pc:docMk/>
          <pc:sldMk cId="3746328749" sldId="280"/>
        </pc:sldMkLst>
        <pc:graphicFrameChg chg="add del modGraphic">
          <ac:chgData name="shshinde2580@gmail.com" userId="86fdf0c531315612" providerId="LiveId" clId="{80EF1F59-5901-4077-BC9B-DA299863282D}" dt="2025-10-22T14:16:44.668" v="40" actId="21"/>
          <ac:graphicFrameMkLst>
            <pc:docMk/>
            <pc:sldMk cId="3746328749" sldId="280"/>
            <ac:graphicFrameMk id="2" creationId="{E6192778-BED8-257B-B518-428709DC7A64}"/>
          </ac:graphicFrameMkLst>
        </pc:graphicFrameChg>
        <pc:graphicFrameChg chg="add mod modGraphic">
          <ac:chgData name="shshinde2580@gmail.com" userId="86fdf0c531315612" providerId="LiveId" clId="{80EF1F59-5901-4077-BC9B-DA299863282D}" dt="2025-10-22T14:21:30.166" v="82" actId="14100"/>
          <ac:graphicFrameMkLst>
            <pc:docMk/>
            <pc:sldMk cId="3746328749" sldId="280"/>
            <ac:graphicFrameMk id="3" creationId="{6712C4A9-5BFF-BDCD-CC3B-BAF7AFB3D7A7}"/>
          </ac:graphicFrameMkLst>
        </pc:graphicFrameChg>
      </pc:sldChg>
      <pc:sldChg chg="addSp delSp modSp add mod">
        <pc:chgData name="shshinde2580@gmail.com" userId="86fdf0c531315612" providerId="LiveId" clId="{80EF1F59-5901-4077-BC9B-DA299863282D}" dt="2025-10-22T14:24:30.481" v="116" actId="21"/>
        <pc:sldMkLst>
          <pc:docMk/>
          <pc:sldMk cId="79539394" sldId="281"/>
        </pc:sldMkLst>
        <pc:spChg chg="add mod">
          <ac:chgData name="shshinde2580@gmail.com" userId="86fdf0c531315612" providerId="LiveId" clId="{80EF1F59-5901-4077-BC9B-DA299863282D}" dt="2025-10-22T14:22:08.838" v="93" actId="5793"/>
          <ac:spMkLst>
            <pc:docMk/>
            <pc:sldMk cId="79539394" sldId="281"/>
            <ac:spMk id="3" creationId="{A9FED467-F83C-66CF-EB48-37ED2690CFBC}"/>
          </ac:spMkLst>
        </pc:spChg>
        <pc:graphicFrameChg chg="add del">
          <ac:chgData name="shshinde2580@gmail.com" userId="86fdf0c531315612" providerId="LiveId" clId="{80EF1F59-5901-4077-BC9B-DA299863282D}" dt="2025-10-22T14:22:33.388" v="95" actId="3680"/>
          <ac:graphicFrameMkLst>
            <pc:docMk/>
            <pc:sldMk cId="79539394" sldId="281"/>
            <ac:graphicFrameMk id="4" creationId="{B39059D9-E14F-C8AE-62F2-1B993A67FE33}"/>
          </ac:graphicFrameMkLst>
        </pc:graphicFrameChg>
        <pc:graphicFrameChg chg="add del mod modGraphic">
          <ac:chgData name="shshinde2580@gmail.com" userId="86fdf0c531315612" providerId="LiveId" clId="{80EF1F59-5901-4077-BC9B-DA299863282D}" dt="2025-10-22T14:24:30.481" v="116" actId="21"/>
          <ac:graphicFrameMkLst>
            <pc:docMk/>
            <pc:sldMk cId="79539394" sldId="281"/>
            <ac:graphicFrameMk id="5" creationId="{DA21361C-4218-8056-2735-ADD1DA4EDDEB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25:03.356" v="122" actId="14100"/>
        <pc:sldMkLst>
          <pc:docMk/>
          <pc:sldMk cId="3402663386" sldId="282"/>
        </pc:sldMkLst>
        <pc:spChg chg="add mod">
          <ac:chgData name="shshinde2580@gmail.com" userId="86fdf0c531315612" providerId="LiveId" clId="{80EF1F59-5901-4077-BC9B-DA299863282D}" dt="2025-10-22T14:25:03.356" v="122" actId="14100"/>
          <ac:spMkLst>
            <pc:docMk/>
            <pc:sldMk cId="3402663386" sldId="282"/>
            <ac:spMk id="4" creationId="{60548BA8-C80D-01BF-79CE-9ADE7B48F2FA}"/>
          </ac:spMkLst>
        </pc:spChg>
        <pc:graphicFrameChg chg="add mod modGraphic">
          <ac:chgData name="shshinde2580@gmail.com" userId="86fdf0c531315612" providerId="LiveId" clId="{80EF1F59-5901-4077-BC9B-DA299863282D}" dt="2025-10-22T14:24:43.078" v="119" actId="14100"/>
          <ac:graphicFrameMkLst>
            <pc:docMk/>
            <pc:sldMk cId="3402663386" sldId="282"/>
            <ac:graphicFrameMk id="2" creationId="{FDD0AE17-961C-65FF-511C-29FF99CA37AF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27:39.084" v="147" actId="12"/>
        <pc:sldMkLst>
          <pc:docMk/>
          <pc:sldMk cId="1537030409" sldId="283"/>
        </pc:sldMkLst>
        <pc:spChg chg="add mod">
          <ac:chgData name="shshinde2580@gmail.com" userId="86fdf0c531315612" providerId="LiveId" clId="{80EF1F59-5901-4077-BC9B-DA299863282D}" dt="2025-10-22T14:25:31.361" v="130" actId="5793"/>
          <ac:spMkLst>
            <pc:docMk/>
            <pc:sldMk cId="1537030409" sldId="283"/>
            <ac:spMk id="3" creationId="{9ED02873-871B-EDA6-ADE4-1F945069DE5B}"/>
          </ac:spMkLst>
        </pc:spChg>
        <pc:spChg chg="add mod">
          <ac:chgData name="shshinde2580@gmail.com" userId="86fdf0c531315612" providerId="LiveId" clId="{80EF1F59-5901-4077-BC9B-DA299863282D}" dt="2025-10-22T14:27:39.084" v="147" actId="12"/>
          <ac:spMkLst>
            <pc:docMk/>
            <pc:sldMk cId="1537030409" sldId="283"/>
            <ac:spMk id="6" creationId="{C7A74C6C-BBE1-5717-0538-0EB325D55681}"/>
          </ac:spMkLst>
        </pc:spChg>
        <pc:graphicFrameChg chg="add mod modGraphic">
          <ac:chgData name="shshinde2580@gmail.com" userId="86fdf0c531315612" providerId="LiveId" clId="{80EF1F59-5901-4077-BC9B-DA299863282D}" dt="2025-10-22T14:26:55.151" v="142" actId="14734"/>
          <ac:graphicFrameMkLst>
            <pc:docMk/>
            <pc:sldMk cId="1537030409" sldId="283"/>
            <ac:graphicFrameMk id="4" creationId="{C107749D-4B87-102F-9A74-038A42513371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28:12.593" v="158" actId="5793"/>
        <pc:sldMkLst>
          <pc:docMk/>
          <pc:sldMk cId="4173623893" sldId="284"/>
        </pc:sldMkLst>
        <pc:spChg chg="add mod">
          <ac:chgData name="shshinde2580@gmail.com" userId="86fdf0c531315612" providerId="LiveId" clId="{80EF1F59-5901-4077-BC9B-DA299863282D}" dt="2025-10-22T14:28:12.593" v="158" actId="5793"/>
          <ac:spMkLst>
            <pc:docMk/>
            <pc:sldMk cId="4173623893" sldId="284"/>
            <ac:spMk id="3" creationId="{BEADD7F5-4B09-388D-4F7C-C041809E473E}"/>
          </ac:spMkLst>
        </pc:spChg>
      </pc:sldChg>
      <pc:sldChg chg="addSp modSp add mod">
        <pc:chgData name="shshinde2580@gmail.com" userId="86fdf0c531315612" providerId="LiveId" clId="{80EF1F59-5901-4077-BC9B-DA299863282D}" dt="2025-10-22T14:31:58.868" v="186" actId="20577"/>
        <pc:sldMkLst>
          <pc:docMk/>
          <pc:sldMk cId="3288138325" sldId="285"/>
        </pc:sldMkLst>
        <pc:spChg chg="add mod">
          <ac:chgData name="shshinde2580@gmail.com" userId="86fdf0c531315612" providerId="LiveId" clId="{80EF1F59-5901-4077-BC9B-DA299863282D}" dt="2025-10-22T14:31:58.868" v="186" actId="20577"/>
          <ac:spMkLst>
            <pc:docMk/>
            <pc:sldMk cId="3288138325" sldId="285"/>
            <ac:spMk id="3" creationId="{A88281A0-BF83-634F-FA47-A0BCAA69F919}"/>
          </ac:spMkLst>
        </pc:spChg>
      </pc:sldChg>
      <pc:sldChg chg="addSp delSp modSp add mod">
        <pc:chgData name="shshinde2580@gmail.com" userId="86fdf0c531315612" providerId="LiveId" clId="{80EF1F59-5901-4077-BC9B-DA299863282D}" dt="2025-10-22T14:40:05.967" v="229" actId="20577"/>
        <pc:sldMkLst>
          <pc:docMk/>
          <pc:sldMk cId="3495972768" sldId="286"/>
        </pc:sldMkLst>
        <pc:spChg chg="add mod">
          <ac:chgData name="shshinde2580@gmail.com" userId="86fdf0c531315612" providerId="LiveId" clId="{80EF1F59-5901-4077-BC9B-DA299863282D}" dt="2025-10-22T14:35:59.274" v="189" actId="14100"/>
          <ac:spMkLst>
            <pc:docMk/>
            <pc:sldMk cId="3495972768" sldId="286"/>
            <ac:spMk id="3" creationId="{9A6E6A55-B543-E44B-DD5B-49919B8161F7}"/>
          </ac:spMkLst>
        </pc:spChg>
        <pc:spChg chg="add mod">
          <ac:chgData name="shshinde2580@gmail.com" userId="86fdf0c531315612" providerId="LiveId" clId="{80EF1F59-5901-4077-BC9B-DA299863282D}" dt="2025-10-22T14:40:05.967" v="229" actId="20577"/>
          <ac:spMkLst>
            <pc:docMk/>
            <pc:sldMk cId="3495972768" sldId="286"/>
            <ac:spMk id="7" creationId="{90D268AE-5985-0C31-92F7-F21D987B9A83}"/>
          </ac:spMkLst>
        </pc:spChg>
        <pc:graphicFrameChg chg="add del mod modGraphic">
          <ac:chgData name="shshinde2580@gmail.com" userId="86fdf0c531315612" providerId="LiveId" clId="{80EF1F59-5901-4077-BC9B-DA299863282D}" dt="2025-10-22T14:38:12.698" v="203" actId="21"/>
          <ac:graphicFrameMkLst>
            <pc:docMk/>
            <pc:sldMk cId="3495972768" sldId="286"/>
            <ac:graphicFrameMk id="4" creationId="{8F0F51B4-288F-7E80-52CD-B91C37C7AC14}"/>
          </ac:graphicFrameMkLst>
        </pc:graphicFrameChg>
        <pc:graphicFrameChg chg="add mod modGraphic">
          <ac:chgData name="shshinde2580@gmail.com" userId="86fdf0c531315612" providerId="LiveId" clId="{80EF1F59-5901-4077-BC9B-DA299863282D}" dt="2025-10-22T14:39:30.357" v="219" actId="14100"/>
          <ac:graphicFrameMkLst>
            <pc:docMk/>
            <pc:sldMk cId="3495972768" sldId="286"/>
            <ac:graphicFrameMk id="5" creationId="{89F01F9D-32ED-1C06-214C-D88DC5953D5B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45:00.843" v="291" actId="14100"/>
        <pc:sldMkLst>
          <pc:docMk/>
          <pc:sldMk cId="2489442387" sldId="287"/>
        </pc:sldMkLst>
        <pc:spChg chg="add mod">
          <ac:chgData name="shshinde2580@gmail.com" userId="86fdf0c531315612" providerId="LiveId" clId="{80EF1F59-5901-4077-BC9B-DA299863282D}" dt="2025-10-22T14:40:32.509" v="233" actId="20577"/>
          <ac:spMkLst>
            <pc:docMk/>
            <pc:sldMk cId="2489442387" sldId="287"/>
            <ac:spMk id="3" creationId="{F7F5241A-565C-174C-BAFF-7A91A97B014C}"/>
          </ac:spMkLst>
        </pc:spChg>
        <pc:spChg chg="add mod">
          <ac:chgData name="shshinde2580@gmail.com" userId="86fdf0c531315612" providerId="LiveId" clId="{80EF1F59-5901-4077-BC9B-DA299863282D}" dt="2025-10-22T14:45:00.843" v="291" actId="14100"/>
          <ac:spMkLst>
            <pc:docMk/>
            <pc:sldMk cId="2489442387" sldId="287"/>
            <ac:spMk id="6" creationId="{61FB9AF2-D44E-03BF-4FCF-92200208169C}"/>
          </ac:spMkLst>
        </pc:spChg>
        <pc:graphicFrameChg chg="add mod modGraphic">
          <ac:chgData name="shshinde2580@gmail.com" userId="86fdf0c531315612" providerId="LiveId" clId="{80EF1F59-5901-4077-BC9B-DA299863282D}" dt="2025-10-22T14:44:43.894" v="288" actId="14100"/>
          <ac:graphicFrameMkLst>
            <pc:docMk/>
            <pc:sldMk cId="2489442387" sldId="287"/>
            <ac:graphicFrameMk id="4" creationId="{9413063D-19BB-A8D0-7429-A04A190B5C12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46:06.625" v="315" actId="20577"/>
        <pc:sldMkLst>
          <pc:docMk/>
          <pc:sldMk cId="1528385690" sldId="288"/>
        </pc:sldMkLst>
        <pc:spChg chg="add mod">
          <ac:chgData name="shshinde2580@gmail.com" userId="86fdf0c531315612" providerId="LiveId" clId="{80EF1F59-5901-4077-BC9B-DA299863282D}" dt="2025-10-22T14:46:06.625" v="315" actId="20577"/>
          <ac:spMkLst>
            <pc:docMk/>
            <pc:sldMk cId="1528385690" sldId="288"/>
            <ac:spMk id="3" creationId="{795A4F28-E82B-9D25-CE88-C88ED8BA6D85}"/>
          </ac:spMkLst>
        </pc:spChg>
      </pc:sldChg>
      <pc:sldChg chg="addSp modSp add mod">
        <pc:chgData name="shshinde2580@gmail.com" userId="86fdf0c531315612" providerId="LiveId" clId="{80EF1F59-5901-4077-BC9B-DA299863282D}" dt="2025-10-22T14:50:19.313" v="363" actId="113"/>
        <pc:sldMkLst>
          <pc:docMk/>
          <pc:sldMk cId="3251057627" sldId="289"/>
        </pc:sldMkLst>
        <pc:spChg chg="add mod">
          <ac:chgData name="shshinde2580@gmail.com" userId="86fdf0c531315612" providerId="LiveId" clId="{80EF1F59-5901-4077-BC9B-DA299863282D}" dt="2025-10-22T14:46:29.516" v="318" actId="14100"/>
          <ac:spMkLst>
            <pc:docMk/>
            <pc:sldMk cId="3251057627" sldId="289"/>
            <ac:spMk id="3" creationId="{1F5B899D-D5C6-F8A7-8254-B23B219B624F}"/>
          </ac:spMkLst>
        </pc:spChg>
        <pc:graphicFrameChg chg="add mod modGraphic">
          <ac:chgData name="shshinde2580@gmail.com" userId="86fdf0c531315612" providerId="LiveId" clId="{80EF1F59-5901-4077-BC9B-DA299863282D}" dt="2025-10-22T14:50:19.313" v="363" actId="113"/>
          <ac:graphicFrameMkLst>
            <pc:docMk/>
            <pc:sldMk cId="3251057627" sldId="289"/>
            <ac:graphicFrameMk id="4" creationId="{99BB5D4B-3348-0D18-A07A-D6F9D3A10E29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52:31.903" v="384" actId="20577"/>
        <pc:sldMkLst>
          <pc:docMk/>
          <pc:sldMk cId="1693120919" sldId="290"/>
        </pc:sldMkLst>
        <pc:spChg chg="add mod">
          <ac:chgData name="shshinde2580@gmail.com" userId="86fdf0c531315612" providerId="LiveId" clId="{80EF1F59-5901-4077-BC9B-DA299863282D}" dt="2025-10-22T14:52:31.903" v="384" actId="20577"/>
          <ac:spMkLst>
            <pc:docMk/>
            <pc:sldMk cId="1693120919" sldId="290"/>
            <ac:spMk id="3" creationId="{990B2FF1-A9CA-FB4E-E428-0334ED74BF67}"/>
          </ac:spMkLst>
        </pc:spChg>
      </pc:sldChg>
      <pc:sldChg chg="addSp modSp add mod">
        <pc:chgData name="shshinde2580@gmail.com" userId="86fdf0c531315612" providerId="LiveId" clId="{80EF1F59-5901-4077-BC9B-DA299863282D}" dt="2025-10-22T14:58:50.402" v="406" actId="20577"/>
        <pc:sldMkLst>
          <pc:docMk/>
          <pc:sldMk cId="2897145465" sldId="291"/>
        </pc:sldMkLst>
        <pc:spChg chg="add mod">
          <ac:chgData name="shshinde2580@gmail.com" userId="86fdf0c531315612" providerId="LiveId" clId="{80EF1F59-5901-4077-BC9B-DA299863282D}" dt="2025-10-22T14:53:01.168" v="388" actId="20577"/>
          <ac:spMkLst>
            <pc:docMk/>
            <pc:sldMk cId="2897145465" sldId="291"/>
            <ac:spMk id="3" creationId="{FAD255B9-6BA7-D3C6-6167-A6615C02834B}"/>
          </ac:spMkLst>
        </pc:spChg>
        <pc:spChg chg="add mod">
          <ac:chgData name="shshinde2580@gmail.com" userId="86fdf0c531315612" providerId="LiveId" clId="{80EF1F59-5901-4077-BC9B-DA299863282D}" dt="2025-10-22T14:58:50.402" v="406" actId="20577"/>
          <ac:spMkLst>
            <pc:docMk/>
            <pc:sldMk cId="2897145465" sldId="291"/>
            <ac:spMk id="6" creationId="{51ABF08A-D2C9-5203-E66B-1BE81764BAB7}"/>
          </ac:spMkLst>
        </pc:spChg>
        <pc:graphicFrameChg chg="add mod modGraphic">
          <ac:chgData name="shshinde2580@gmail.com" userId="86fdf0c531315612" providerId="LiveId" clId="{80EF1F59-5901-4077-BC9B-DA299863282D}" dt="2025-10-22T14:58:31.357" v="402" actId="1076"/>
          <ac:graphicFrameMkLst>
            <pc:docMk/>
            <pc:sldMk cId="2897145465" sldId="291"/>
            <ac:graphicFrameMk id="4" creationId="{947D8807-938D-A7FC-8B0E-6A16EBED03BB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4:59:44.126" v="456" actId="20577"/>
        <pc:sldMkLst>
          <pc:docMk/>
          <pc:sldMk cId="1795996227" sldId="292"/>
        </pc:sldMkLst>
        <pc:spChg chg="add mod">
          <ac:chgData name="shshinde2580@gmail.com" userId="86fdf0c531315612" providerId="LiveId" clId="{80EF1F59-5901-4077-BC9B-DA299863282D}" dt="2025-10-22T14:59:44.126" v="456" actId="20577"/>
          <ac:spMkLst>
            <pc:docMk/>
            <pc:sldMk cId="1795996227" sldId="292"/>
            <ac:spMk id="3" creationId="{762FF2BB-8899-6213-F823-39CA8EC1BE2F}"/>
          </ac:spMkLst>
        </pc:spChg>
      </pc:sldChg>
      <pc:sldChg chg="addSp modSp add mod">
        <pc:chgData name="shshinde2580@gmail.com" userId="86fdf0c531315612" providerId="LiveId" clId="{80EF1F59-5901-4077-BC9B-DA299863282D}" dt="2025-10-22T15:00:07.609" v="461" actId="1076"/>
        <pc:sldMkLst>
          <pc:docMk/>
          <pc:sldMk cId="1242917212" sldId="293"/>
        </pc:sldMkLst>
        <pc:spChg chg="add mod">
          <ac:chgData name="shshinde2580@gmail.com" userId="86fdf0c531315612" providerId="LiveId" clId="{80EF1F59-5901-4077-BC9B-DA299863282D}" dt="2025-10-22T15:00:07.609" v="461" actId="1076"/>
          <ac:spMkLst>
            <pc:docMk/>
            <pc:sldMk cId="1242917212" sldId="293"/>
            <ac:spMk id="3" creationId="{DA754D82-12BE-5847-D3B3-302F57701793}"/>
          </ac:spMkLst>
        </pc:spChg>
        <pc:spChg chg="add mod">
          <ac:chgData name="shshinde2580@gmail.com" userId="86fdf0c531315612" providerId="LiveId" clId="{80EF1F59-5901-4077-BC9B-DA299863282D}" dt="2025-10-22T15:00:03.172" v="460" actId="1076"/>
          <ac:spMkLst>
            <pc:docMk/>
            <pc:sldMk cId="1242917212" sldId="293"/>
            <ac:spMk id="5" creationId="{2E1AD08B-F02C-550C-05E3-C913DD9E49F4}"/>
          </ac:spMkLst>
        </pc:spChg>
      </pc:sldChg>
      <pc:sldChg chg="addSp modSp add mod">
        <pc:chgData name="shshinde2580@gmail.com" userId="86fdf0c531315612" providerId="LiveId" clId="{80EF1F59-5901-4077-BC9B-DA299863282D}" dt="2025-10-22T15:24:08.101" v="608" actId="5793"/>
        <pc:sldMkLst>
          <pc:docMk/>
          <pc:sldMk cId="1297744304" sldId="294"/>
        </pc:sldMkLst>
        <pc:spChg chg="add mod">
          <ac:chgData name="shshinde2580@gmail.com" userId="86fdf0c531315612" providerId="LiveId" clId="{80EF1F59-5901-4077-BC9B-DA299863282D}" dt="2025-10-22T15:24:08.101" v="608" actId="5793"/>
          <ac:spMkLst>
            <pc:docMk/>
            <pc:sldMk cId="1297744304" sldId="294"/>
            <ac:spMk id="3" creationId="{CBD67090-4C66-2E5E-1C55-D0D31B55DFFD}"/>
          </ac:spMkLst>
        </pc:spChg>
      </pc:sldChg>
      <pc:sldChg chg="addSp modSp add mod">
        <pc:chgData name="shshinde2580@gmail.com" userId="86fdf0c531315612" providerId="LiveId" clId="{80EF1F59-5901-4077-BC9B-DA299863282D}" dt="2025-10-22T15:25:23.948" v="623" actId="20577"/>
        <pc:sldMkLst>
          <pc:docMk/>
          <pc:sldMk cId="1641938582" sldId="295"/>
        </pc:sldMkLst>
        <pc:spChg chg="add mod">
          <ac:chgData name="shshinde2580@gmail.com" userId="86fdf0c531315612" providerId="LiveId" clId="{80EF1F59-5901-4077-BC9B-DA299863282D}" dt="2025-10-22T15:25:23.948" v="623" actId="20577"/>
          <ac:spMkLst>
            <pc:docMk/>
            <pc:sldMk cId="1641938582" sldId="295"/>
            <ac:spMk id="3" creationId="{6EEB01DA-CCA5-3C9B-AC76-97BC9C95746A}"/>
          </ac:spMkLst>
        </pc:spChg>
      </pc:sldChg>
      <pc:sldChg chg="addSp modSp add mod">
        <pc:chgData name="shshinde2580@gmail.com" userId="86fdf0c531315612" providerId="LiveId" clId="{80EF1F59-5901-4077-BC9B-DA299863282D}" dt="2025-10-22T15:26:39.692" v="640" actId="20577"/>
        <pc:sldMkLst>
          <pc:docMk/>
          <pc:sldMk cId="2113148903" sldId="296"/>
        </pc:sldMkLst>
        <pc:spChg chg="add mod">
          <ac:chgData name="shshinde2580@gmail.com" userId="86fdf0c531315612" providerId="LiveId" clId="{80EF1F59-5901-4077-BC9B-DA299863282D}" dt="2025-10-22T15:26:39.692" v="640" actId="20577"/>
          <ac:spMkLst>
            <pc:docMk/>
            <pc:sldMk cId="2113148903" sldId="296"/>
            <ac:spMk id="3" creationId="{5B120535-C843-CA08-E3FF-5181643E41A2}"/>
          </ac:spMkLst>
        </pc:spChg>
      </pc:sldChg>
      <pc:sldChg chg="addSp modSp add mod">
        <pc:chgData name="shshinde2580@gmail.com" userId="86fdf0c531315612" providerId="LiveId" clId="{80EF1F59-5901-4077-BC9B-DA299863282D}" dt="2025-10-22T15:27:15.669" v="653" actId="20577"/>
        <pc:sldMkLst>
          <pc:docMk/>
          <pc:sldMk cId="504936143" sldId="297"/>
        </pc:sldMkLst>
        <pc:spChg chg="add mod">
          <ac:chgData name="shshinde2580@gmail.com" userId="86fdf0c531315612" providerId="LiveId" clId="{80EF1F59-5901-4077-BC9B-DA299863282D}" dt="2025-10-22T15:27:15.669" v="653" actId="20577"/>
          <ac:spMkLst>
            <pc:docMk/>
            <pc:sldMk cId="504936143" sldId="297"/>
            <ac:spMk id="3" creationId="{3F05C477-235B-EE99-58A8-51C32476AB61}"/>
          </ac:spMkLst>
        </pc:spChg>
      </pc:sldChg>
      <pc:sldChg chg="addSp modSp add mod">
        <pc:chgData name="shshinde2580@gmail.com" userId="86fdf0c531315612" providerId="LiveId" clId="{80EF1F59-5901-4077-BC9B-DA299863282D}" dt="2025-10-22T15:28:59.837" v="679" actId="14100"/>
        <pc:sldMkLst>
          <pc:docMk/>
          <pc:sldMk cId="1344378097" sldId="298"/>
        </pc:sldMkLst>
        <pc:spChg chg="add mod">
          <ac:chgData name="shshinde2580@gmail.com" userId="86fdf0c531315612" providerId="LiveId" clId="{80EF1F59-5901-4077-BC9B-DA299863282D}" dt="2025-10-22T15:28:59.837" v="679" actId="14100"/>
          <ac:spMkLst>
            <pc:docMk/>
            <pc:sldMk cId="1344378097" sldId="298"/>
            <ac:spMk id="3" creationId="{DD65AF13-73E4-3BEA-1172-1C86812B73CE}"/>
          </ac:spMkLst>
        </pc:spChg>
      </pc:sldChg>
      <pc:sldChg chg="addSp modSp add mod">
        <pc:chgData name="shshinde2580@gmail.com" userId="86fdf0c531315612" providerId="LiveId" clId="{80EF1F59-5901-4077-BC9B-DA299863282D}" dt="2025-10-22T15:30:18.570" v="696" actId="5793"/>
        <pc:sldMkLst>
          <pc:docMk/>
          <pc:sldMk cId="1101467788" sldId="299"/>
        </pc:sldMkLst>
        <pc:spChg chg="add mod">
          <ac:chgData name="shshinde2580@gmail.com" userId="86fdf0c531315612" providerId="LiveId" clId="{80EF1F59-5901-4077-BC9B-DA299863282D}" dt="2025-10-22T15:30:18.570" v="696" actId="5793"/>
          <ac:spMkLst>
            <pc:docMk/>
            <pc:sldMk cId="1101467788" sldId="299"/>
            <ac:spMk id="3" creationId="{20E79C84-8E58-24AC-6762-79276811E3E2}"/>
          </ac:spMkLst>
        </pc:spChg>
      </pc:sldChg>
      <pc:sldChg chg="addSp modSp add mod">
        <pc:chgData name="shshinde2580@gmail.com" userId="86fdf0c531315612" providerId="LiveId" clId="{80EF1F59-5901-4077-BC9B-DA299863282D}" dt="2025-10-22T15:37:57.763" v="733" actId="20577"/>
        <pc:sldMkLst>
          <pc:docMk/>
          <pc:sldMk cId="1199676588" sldId="300"/>
        </pc:sldMkLst>
        <pc:spChg chg="add mod">
          <ac:chgData name="shshinde2580@gmail.com" userId="86fdf0c531315612" providerId="LiveId" clId="{80EF1F59-5901-4077-BC9B-DA299863282D}" dt="2025-10-22T15:37:57.763" v="733" actId="20577"/>
          <ac:spMkLst>
            <pc:docMk/>
            <pc:sldMk cId="1199676588" sldId="300"/>
            <ac:spMk id="3" creationId="{10BDF686-B255-980C-A3A3-ABDBAB0FF038}"/>
          </ac:spMkLst>
        </pc:spChg>
      </pc:sldChg>
      <pc:sldChg chg="addSp modSp add mod">
        <pc:chgData name="shshinde2580@gmail.com" userId="86fdf0c531315612" providerId="LiveId" clId="{80EF1F59-5901-4077-BC9B-DA299863282D}" dt="2025-10-22T15:38:39.728" v="743" actId="5793"/>
        <pc:sldMkLst>
          <pc:docMk/>
          <pc:sldMk cId="626224343" sldId="301"/>
        </pc:sldMkLst>
        <pc:spChg chg="add mod">
          <ac:chgData name="shshinde2580@gmail.com" userId="86fdf0c531315612" providerId="LiveId" clId="{80EF1F59-5901-4077-BC9B-DA299863282D}" dt="2025-10-22T15:38:39.728" v="743" actId="5793"/>
          <ac:spMkLst>
            <pc:docMk/>
            <pc:sldMk cId="626224343" sldId="301"/>
            <ac:spMk id="3" creationId="{7790CB1D-7D7B-6BE3-F845-400B300D43C4}"/>
          </ac:spMkLst>
        </pc:spChg>
      </pc:sldChg>
      <pc:sldChg chg="addSp delSp modSp add mod">
        <pc:chgData name="shshinde2580@gmail.com" userId="86fdf0c531315612" providerId="LiveId" clId="{80EF1F59-5901-4077-BC9B-DA299863282D}" dt="2025-10-22T15:49:11.589" v="773"/>
        <pc:sldMkLst>
          <pc:docMk/>
          <pc:sldMk cId="3952784495" sldId="302"/>
        </pc:sldMkLst>
        <pc:spChg chg="add mod">
          <ac:chgData name="shshinde2580@gmail.com" userId="86fdf0c531315612" providerId="LiveId" clId="{80EF1F59-5901-4077-BC9B-DA299863282D}" dt="2025-10-22T15:41:22.789" v="757" actId="20577"/>
          <ac:spMkLst>
            <pc:docMk/>
            <pc:sldMk cId="3952784495" sldId="302"/>
            <ac:spMk id="3" creationId="{CF5C4A60-8EF4-4FCD-6BD0-C8BBD25A9190}"/>
          </ac:spMkLst>
        </pc:spChg>
        <pc:spChg chg="add del mod">
          <ac:chgData name="shshinde2580@gmail.com" userId="86fdf0c531315612" providerId="LiveId" clId="{80EF1F59-5901-4077-BC9B-DA299863282D}" dt="2025-10-22T15:41:17.425" v="752" actId="22"/>
          <ac:spMkLst>
            <pc:docMk/>
            <pc:sldMk cId="3952784495" sldId="302"/>
            <ac:spMk id="5" creationId="{AEA139A5-47D8-E725-C6DB-CBC63AB1BB55}"/>
          </ac:spMkLst>
        </pc:spChg>
        <pc:graphicFrameChg chg="add mod modGraphic">
          <ac:chgData name="shshinde2580@gmail.com" userId="86fdf0c531315612" providerId="LiveId" clId="{80EF1F59-5901-4077-BC9B-DA299863282D}" dt="2025-10-22T15:49:11.589" v="773"/>
          <ac:graphicFrameMkLst>
            <pc:docMk/>
            <pc:sldMk cId="3952784495" sldId="302"/>
            <ac:graphicFrameMk id="6" creationId="{65E9599C-6BA0-39D6-4926-E09681AD871C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5:50:18.726" v="786" actId="1076"/>
        <pc:sldMkLst>
          <pc:docMk/>
          <pc:sldMk cId="237921420" sldId="303"/>
        </pc:sldMkLst>
        <pc:spChg chg="add mod">
          <ac:chgData name="shshinde2580@gmail.com" userId="86fdf0c531315612" providerId="LiveId" clId="{80EF1F59-5901-4077-BC9B-DA299863282D}" dt="2025-10-22T15:50:18.726" v="786" actId="1076"/>
          <ac:spMkLst>
            <pc:docMk/>
            <pc:sldMk cId="237921420" sldId="303"/>
            <ac:spMk id="3" creationId="{3DEEFFE1-A363-80D5-8D83-76FABF0EC3D5}"/>
          </ac:spMkLst>
        </pc:spChg>
      </pc:sldChg>
      <pc:sldChg chg="addSp delSp modSp add mod">
        <pc:chgData name="shshinde2580@gmail.com" userId="86fdf0c531315612" providerId="LiveId" clId="{80EF1F59-5901-4077-BC9B-DA299863282D}" dt="2025-10-22T15:54:57.507" v="827" actId="12"/>
        <pc:sldMkLst>
          <pc:docMk/>
          <pc:sldMk cId="2599483981" sldId="304"/>
        </pc:sldMkLst>
        <pc:spChg chg="add mod">
          <ac:chgData name="shshinde2580@gmail.com" userId="86fdf0c531315612" providerId="LiveId" clId="{80EF1F59-5901-4077-BC9B-DA299863282D}" dt="2025-10-22T15:54:57.507" v="827" actId="12"/>
          <ac:spMkLst>
            <pc:docMk/>
            <pc:sldMk cId="2599483981" sldId="304"/>
            <ac:spMk id="5" creationId="{423FE46E-7701-B750-CEA8-F9ECB23267FC}"/>
          </ac:spMkLst>
        </pc:spChg>
        <pc:graphicFrameChg chg="add del">
          <ac:chgData name="shshinde2580@gmail.com" userId="86fdf0c531315612" providerId="LiveId" clId="{80EF1F59-5901-4077-BC9B-DA299863282D}" dt="2025-10-22T15:51:04.805" v="788" actId="21"/>
          <ac:graphicFrameMkLst>
            <pc:docMk/>
            <pc:sldMk cId="2599483981" sldId="304"/>
            <ac:graphicFrameMk id="2" creationId="{3D60335B-6EAC-537D-2BA7-BB973358187F}"/>
          </ac:graphicFrameMkLst>
        </pc:graphicFrameChg>
        <pc:graphicFrameChg chg="add mod modGraphic">
          <ac:chgData name="shshinde2580@gmail.com" userId="86fdf0c531315612" providerId="LiveId" clId="{80EF1F59-5901-4077-BC9B-DA299863282D}" dt="2025-10-22T15:54:27.027" v="822"/>
          <ac:graphicFrameMkLst>
            <pc:docMk/>
            <pc:sldMk cId="2599483981" sldId="304"/>
            <ac:graphicFrameMk id="3" creationId="{C00D03E4-D286-31C7-074A-123AC82B1EA3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5:59:38.729" v="844" actId="12"/>
        <pc:sldMkLst>
          <pc:docMk/>
          <pc:sldMk cId="183910323" sldId="305"/>
        </pc:sldMkLst>
        <pc:spChg chg="add mod">
          <ac:chgData name="shshinde2580@gmail.com" userId="86fdf0c531315612" providerId="LiveId" clId="{80EF1F59-5901-4077-BC9B-DA299863282D}" dt="2025-10-22T15:59:38.729" v="844" actId="12"/>
          <ac:spMkLst>
            <pc:docMk/>
            <pc:sldMk cId="183910323" sldId="305"/>
            <ac:spMk id="3" creationId="{31DB4C15-4562-BAF3-A4D7-ADA30CAD0511}"/>
          </ac:spMkLst>
        </pc:spChg>
      </pc:sldChg>
      <pc:sldChg chg="addSp modSp add mod">
        <pc:chgData name="shshinde2580@gmail.com" userId="86fdf0c531315612" providerId="LiveId" clId="{80EF1F59-5901-4077-BC9B-DA299863282D}" dt="2025-10-22T16:04:54.523" v="898" actId="14100"/>
        <pc:sldMkLst>
          <pc:docMk/>
          <pc:sldMk cId="4110393456" sldId="306"/>
        </pc:sldMkLst>
        <pc:spChg chg="add mod">
          <ac:chgData name="shshinde2580@gmail.com" userId="86fdf0c531315612" providerId="LiveId" clId="{80EF1F59-5901-4077-BC9B-DA299863282D}" dt="2025-10-22T16:03:21.021" v="880" actId="20577"/>
          <ac:spMkLst>
            <pc:docMk/>
            <pc:sldMk cId="4110393456" sldId="306"/>
            <ac:spMk id="4" creationId="{5125E765-BD8F-68A2-DFFF-59B766D4654C}"/>
          </ac:spMkLst>
        </pc:spChg>
        <pc:graphicFrameChg chg="add mod modGraphic">
          <ac:chgData name="shshinde2580@gmail.com" userId="86fdf0c531315612" providerId="LiveId" clId="{80EF1F59-5901-4077-BC9B-DA299863282D}" dt="2025-10-22T16:02:31.801" v="871" actId="113"/>
          <ac:graphicFrameMkLst>
            <pc:docMk/>
            <pc:sldMk cId="4110393456" sldId="306"/>
            <ac:graphicFrameMk id="2" creationId="{2DC389FD-E934-8D51-F234-3A41C9CD8F3C}"/>
          </ac:graphicFrameMkLst>
        </pc:graphicFrameChg>
        <pc:graphicFrameChg chg="add mod modGraphic">
          <ac:chgData name="shshinde2580@gmail.com" userId="86fdf0c531315612" providerId="LiveId" clId="{80EF1F59-5901-4077-BC9B-DA299863282D}" dt="2025-10-22T16:04:54.523" v="898" actId="14100"/>
          <ac:graphicFrameMkLst>
            <pc:docMk/>
            <pc:sldMk cId="4110393456" sldId="306"/>
            <ac:graphicFrameMk id="5" creationId="{0775E161-DE1B-7395-D055-D74FFF791743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6:06:01.258" v="910" actId="20577"/>
        <pc:sldMkLst>
          <pc:docMk/>
          <pc:sldMk cId="1634499288" sldId="307"/>
        </pc:sldMkLst>
        <pc:spChg chg="add mod">
          <ac:chgData name="shshinde2580@gmail.com" userId="86fdf0c531315612" providerId="LiveId" clId="{80EF1F59-5901-4077-BC9B-DA299863282D}" dt="2025-10-22T16:06:01.258" v="910" actId="20577"/>
          <ac:spMkLst>
            <pc:docMk/>
            <pc:sldMk cId="1634499288" sldId="307"/>
            <ac:spMk id="3" creationId="{F5F9CF33-4C1A-82B5-537C-DA0A239BF266}"/>
          </ac:spMkLst>
        </pc:spChg>
      </pc:sldChg>
      <pc:sldChg chg="addSp modSp add mod">
        <pc:chgData name="shshinde2580@gmail.com" userId="86fdf0c531315612" providerId="LiveId" clId="{80EF1F59-5901-4077-BC9B-DA299863282D}" dt="2025-10-22T16:06:54.659" v="930" actId="20577"/>
        <pc:sldMkLst>
          <pc:docMk/>
          <pc:sldMk cId="710730901" sldId="308"/>
        </pc:sldMkLst>
        <pc:spChg chg="add mod">
          <ac:chgData name="shshinde2580@gmail.com" userId="86fdf0c531315612" providerId="LiveId" clId="{80EF1F59-5901-4077-BC9B-DA299863282D}" dt="2025-10-22T16:06:54.659" v="930" actId="20577"/>
          <ac:spMkLst>
            <pc:docMk/>
            <pc:sldMk cId="710730901" sldId="308"/>
            <ac:spMk id="3" creationId="{0DFE0078-E39C-453E-43C6-C75F7174FB8E}"/>
          </ac:spMkLst>
        </pc:spChg>
      </pc:sldChg>
      <pc:sldChg chg="addSp modSp add mod">
        <pc:chgData name="shshinde2580@gmail.com" userId="86fdf0c531315612" providerId="LiveId" clId="{80EF1F59-5901-4077-BC9B-DA299863282D}" dt="2025-10-22T16:08:15.868" v="938" actId="12"/>
        <pc:sldMkLst>
          <pc:docMk/>
          <pc:sldMk cId="4269601175" sldId="309"/>
        </pc:sldMkLst>
        <pc:spChg chg="add mod">
          <ac:chgData name="shshinde2580@gmail.com" userId="86fdf0c531315612" providerId="LiveId" clId="{80EF1F59-5901-4077-BC9B-DA299863282D}" dt="2025-10-22T16:08:15.868" v="938" actId="12"/>
          <ac:spMkLst>
            <pc:docMk/>
            <pc:sldMk cId="4269601175" sldId="309"/>
            <ac:spMk id="3" creationId="{6EFD0C1E-7373-8CAF-27BB-02B17B69157F}"/>
          </ac:spMkLst>
        </pc:spChg>
      </pc:sldChg>
      <pc:sldChg chg="addSp modSp add mod">
        <pc:chgData name="shshinde2580@gmail.com" userId="86fdf0c531315612" providerId="LiveId" clId="{80EF1F59-5901-4077-BC9B-DA299863282D}" dt="2025-10-22T16:14:22.052" v="949" actId="12"/>
        <pc:sldMkLst>
          <pc:docMk/>
          <pc:sldMk cId="1296531691" sldId="310"/>
        </pc:sldMkLst>
        <pc:spChg chg="add mod">
          <ac:chgData name="shshinde2580@gmail.com" userId="86fdf0c531315612" providerId="LiveId" clId="{80EF1F59-5901-4077-BC9B-DA299863282D}" dt="2025-10-22T16:14:22.052" v="949" actId="12"/>
          <ac:spMkLst>
            <pc:docMk/>
            <pc:sldMk cId="1296531691" sldId="310"/>
            <ac:spMk id="3" creationId="{4AC6067D-1CDB-4B83-A30D-9A53A7EF2CFC}"/>
          </ac:spMkLst>
        </pc:spChg>
      </pc:sldChg>
      <pc:sldChg chg="addSp modSp add mod">
        <pc:chgData name="shshinde2580@gmail.com" userId="86fdf0c531315612" providerId="LiveId" clId="{80EF1F59-5901-4077-BC9B-DA299863282D}" dt="2025-10-22T16:17:58.418" v="985" actId="113"/>
        <pc:sldMkLst>
          <pc:docMk/>
          <pc:sldMk cId="1837058567" sldId="311"/>
        </pc:sldMkLst>
        <pc:spChg chg="add mod">
          <ac:chgData name="shshinde2580@gmail.com" userId="86fdf0c531315612" providerId="LiveId" clId="{80EF1F59-5901-4077-BC9B-DA299863282D}" dt="2025-10-22T16:15:57.370" v="961" actId="20577"/>
          <ac:spMkLst>
            <pc:docMk/>
            <pc:sldMk cId="1837058567" sldId="311"/>
            <ac:spMk id="3" creationId="{145E8CA5-E9B1-334D-E980-41DCE65D8E62}"/>
          </ac:spMkLst>
        </pc:spChg>
        <pc:graphicFrameChg chg="add mod modGraphic">
          <ac:chgData name="shshinde2580@gmail.com" userId="86fdf0c531315612" providerId="LiveId" clId="{80EF1F59-5901-4077-BC9B-DA299863282D}" dt="2025-10-22T16:17:58.418" v="985" actId="113"/>
          <ac:graphicFrameMkLst>
            <pc:docMk/>
            <pc:sldMk cId="1837058567" sldId="311"/>
            <ac:graphicFrameMk id="4" creationId="{1F0D9E05-21BD-9B08-A532-50A3DE95029E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6:21:35.769" v="1019" actId="5793"/>
        <pc:sldMkLst>
          <pc:docMk/>
          <pc:sldMk cId="3242489902" sldId="312"/>
        </pc:sldMkLst>
        <pc:spChg chg="add mod">
          <ac:chgData name="shshinde2580@gmail.com" userId="86fdf0c531315612" providerId="LiveId" clId="{80EF1F59-5901-4077-BC9B-DA299863282D}" dt="2025-10-22T16:21:35.769" v="1019" actId="5793"/>
          <ac:spMkLst>
            <pc:docMk/>
            <pc:sldMk cId="3242489902" sldId="312"/>
            <ac:spMk id="4" creationId="{604E637E-25AA-A4FD-DE17-7092F4E2CAEE}"/>
          </ac:spMkLst>
        </pc:spChg>
        <pc:graphicFrameChg chg="add mod modGraphic">
          <ac:chgData name="shshinde2580@gmail.com" userId="86fdf0c531315612" providerId="LiveId" clId="{80EF1F59-5901-4077-BC9B-DA299863282D}" dt="2025-10-22T16:21:08.331" v="1012"/>
          <ac:graphicFrameMkLst>
            <pc:docMk/>
            <pc:sldMk cId="3242489902" sldId="312"/>
            <ac:graphicFrameMk id="2" creationId="{92E1D2C4-8FE4-6B98-03B1-13A0C2A3A038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6:23:31.774" v="1041" actId="20577"/>
        <pc:sldMkLst>
          <pc:docMk/>
          <pc:sldMk cId="1004743493" sldId="313"/>
        </pc:sldMkLst>
        <pc:spChg chg="add mod">
          <ac:chgData name="shshinde2580@gmail.com" userId="86fdf0c531315612" providerId="LiveId" clId="{80EF1F59-5901-4077-BC9B-DA299863282D}" dt="2025-10-22T16:21:58.644" v="1023" actId="20577"/>
          <ac:spMkLst>
            <pc:docMk/>
            <pc:sldMk cId="1004743493" sldId="313"/>
            <ac:spMk id="3" creationId="{ED88CC50-D9CC-64C5-6607-D1042F36A045}"/>
          </ac:spMkLst>
        </pc:spChg>
        <pc:spChg chg="add mod">
          <ac:chgData name="shshinde2580@gmail.com" userId="86fdf0c531315612" providerId="LiveId" clId="{80EF1F59-5901-4077-BC9B-DA299863282D}" dt="2025-10-22T16:23:31.774" v="1041" actId="20577"/>
          <ac:spMkLst>
            <pc:docMk/>
            <pc:sldMk cId="1004743493" sldId="313"/>
            <ac:spMk id="6" creationId="{6E5DA692-1524-9150-FEB3-41C6F8364596}"/>
          </ac:spMkLst>
        </pc:spChg>
        <pc:graphicFrameChg chg="add mod modGraphic">
          <ac:chgData name="shshinde2580@gmail.com" userId="86fdf0c531315612" providerId="LiveId" clId="{80EF1F59-5901-4077-BC9B-DA299863282D}" dt="2025-10-22T16:23:15.089" v="1037" actId="14734"/>
          <ac:graphicFrameMkLst>
            <pc:docMk/>
            <pc:sldMk cId="1004743493" sldId="313"/>
            <ac:graphicFrameMk id="4" creationId="{084F9DA1-A14D-EB1D-CA4F-3E23473B3BBD}"/>
          </ac:graphicFrameMkLst>
        </pc:graphicFrameChg>
      </pc:sldChg>
      <pc:sldChg chg="addSp modSp add mod">
        <pc:chgData name="shshinde2580@gmail.com" userId="86fdf0c531315612" providerId="LiveId" clId="{80EF1F59-5901-4077-BC9B-DA299863282D}" dt="2025-10-22T16:25:25.231" v="1063" actId="1076"/>
        <pc:sldMkLst>
          <pc:docMk/>
          <pc:sldMk cId="200251212" sldId="314"/>
        </pc:sldMkLst>
        <pc:spChg chg="add mod">
          <ac:chgData name="shshinde2580@gmail.com" userId="86fdf0c531315612" providerId="LiveId" clId="{80EF1F59-5901-4077-BC9B-DA299863282D}" dt="2025-10-22T16:25:10.327" v="1058" actId="20577"/>
          <ac:spMkLst>
            <pc:docMk/>
            <pc:sldMk cId="200251212" sldId="314"/>
            <ac:spMk id="3" creationId="{799AEC20-1178-53BC-7F8C-E52735C90452}"/>
          </ac:spMkLst>
        </pc:spChg>
        <pc:spChg chg="add mod">
          <ac:chgData name="shshinde2580@gmail.com" userId="86fdf0c531315612" providerId="LiveId" clId="{80EF1F59-5901-4077-BC9B-DA299863282D}" dt="2025-10-22T16:25:25.231" v="1063" actId="1076"/>
          <ac:spMkLst>
            <pc:docMk/>
            <pc:sldMk cId="200251212" sldId="314"/>
            <ac:spMk id="5" creationId="{A33B123D-24E1-8D2F-81C5-0590AACAF7BC}"/>
          </ac:spMkLst>
        </pc:spChg>
      </pc:sldChg>
      <pc:sldChg chg="add del">
        <pc:chgData name="shshinde2580@gmail.com" userId="86fdf0c531315612" providerId="LiveId" clId="{80EF1F59-5901-4077-BC9B-DA299863282D}" dt="2025-10-22T16:27:31.447" v="1065" actId="2696"/>
        <pc:sldMkLst>
          <pc:docMk/>
          <pc:sldMk cId="2306376319" sldId="315"/>
        </pc:sldMkLst>
      </pc:sldChg>
      <pc:sldChg chg="add del">
        <pc:chgData name="shshinde2580@gmail.com" userId="86fdf0c531315612" providerId="LiveId" clId="{80EF1F59-5901-4077-BC9B-DA299863282D}" dt="2025-10-22T16:27:31.447" v="1065" actId="2696"/>
        <pc:sldMkLst>
          <pc:docMk/>
          <pc:sldMk cId="3828154317" sldId="316"/>
        </pc:sldMkLst>
      </pc:sldChg>
      <pc:sldChg chg="add del">
        <pc:chgData name="shshinde2580@gmail.com" userId="86fdf0c531315612" providerId="LiveId" clId="{80EF1F59-5901-4077-BC9B-DA299863282D}" dt="2025-10-22T16:27:31.447" v="1065" actId="2696"/>
        <pc:sldMkLst>
          <pc:docMk/>
          <pc:sldMk cId="3001837020" sldId="317"/>
        </pc:sldMkLst>
      </pc:sldChg>
      <pc:sldChg chg="add del">
        <pc:chgData name="shshinde2580@gmail.com" userId="86fdf0c531315612" providerId="LiveId" clId="{80EF1F59-5901-4077-BC9B-DA299863282D}" dt="2025-10-22T16:27:31.447" v="1065" actId="2696"/>
        <pc:sldMkLst>
          <pc:docMk/>
          <pc:sldMk cId="497345712" sldId="318"/>
        </pc:sldMkLst>
      </pc:sldChg>
      <pc:sldChg chg="add del">
        <pc:chgData name="shshinde2580@gmail.com" userId="86fdf0c531315612" providerId="LiveId" clId="{80EF1F59-5901-4077-BC9B-DA299863282D}" dt="2025-10-22T16:27:31.447" v="1065" actId="2696"/>
        <pc:sldMkLst>
          <pc:docMk/>
          <pc:sldMk cId="2938791435" sldId="319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323462568" sldId="320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1783781538" sldId="321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1481058191" sldId="322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2460078269" sldId="323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564815990" sldId="324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1744219794" sldId="325"/>
        </pc:sldMkLst>
      </pc:sldChg>
      <pc:sldChg chg="add del">
        <pc:chgData name="shshinde2580@gmail.com" userId="86fdf0c531315612" providerId="LiveId" clId="{80EF1F59-5901-4077-BC9B-DA299863282D}" dt="2025-10-22T16:27:23.870" v="1064" actId="2696"/>
        <pc:sldMkLst>
          <pc:docMk/>
          <pc:sldMk cId="566963729" sldId="326"/>
        </pc:sldMkLst>
      </pc:sldChg>
      <pc:sldChg chg="addSp add del mod">
        <pc:chgData name="shshinde2580@gmail.com" userId="86fdf0c531315612" providerId="LiveId" clId="{80EF1F59-5901-4077-BC9B-DA299863282D}" dt="2025-10-22T16:27:23.870" v="1064" actId="2696"/>
        <pc:sldMkLst>
          <pc:docMk/>
          <pc:sldMk cId="1425528372" sldId="327"/>
        </pc:sldMkLst>
        <pc:spChg chg="add">
          <ac:chgData name="shshinde2580@gmail.com" userId="86fdf0c531315612" providerId="LiveId" clId="{80EF1F59-5901-4077-BC9B-DA299863282D}" dt="2025-10-22T15:37:14.927" v="723" actId="22"/>
          <ac:spMkLst>
            <pc:docMk/>
            <pc:sldMk cId="1425528372" sldId="327"/>
            <ac:spMk id="3" creationId="{7D279A8B-A93C-959F-CCF4-EB29201D55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66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67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6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19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97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4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25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04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49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3450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04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0565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82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317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25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1EBC9-2277-4065-8A63-19B46DEA0443}" type="datetimeFigureOut">
              <a:rPr lang="en-IN" smtClean="0"/>
              <a:t>22-10-2025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48CB38-E727-4E0D-82CF-35665CD59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35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CB60-D0A4-E639-156B-FE1268CFF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804" y="2344244"/>
            <a:ext cx="9194242" cy="1646302"/>
          </a:xfrm>
        </p:spPr>
        <p:txBody>
          <a:bodyPr/>
          <a:lstStyle/>
          <a:p>
            <a:pPr algn="ctr"/>
            <a:r>
              <a:rPr lang="en-IN" dirty="0"/>
              <a:t>Network Layer </a:t>
            </a:r>
          </a:p>
        </p:txBody>
      </p:sp>
    </p:spTree>
    <p:extLst>
      <p:ext uri="{BB962C8B-B14F-4D97-AF65-F5344CB8AC3E}">
        <p14:creationId xmlns:p14="http://schemas.microsoft.com/office/powerpoint/2010/main" val="185754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693534-49FF-2BD1-49AB-DD9781AC7EC9}"/>
              </a:ext>
            </a:extLst>
          </p:cNvPr>
          <p:cNvSpPr txBox="1"/>
          <p:nvPr/>
        </p:nvSpPr>
        <p:spPr>
          <a:xfrm>
            <a:off x="884255" y="90330"/>
            <a:ext cx="85611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3.1 Introduction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Network Layer</a:t>
            </a:r>
            <a:r>
              <a:rPr lang="en-US" dirty="0"/>
              <a:t> is the </a:t>
            </a:r>
            <a:r>
              <a:rPr lang="en-US" b="1" dirty="0"/>
              <a:t>third layer</a:t>
            </a:r>
            <a:r>
              <a:rPr lang="en-US" dirty="0"/>
              <a:t> in the </a:t>
            </a:r>
            <a:r>
              <a:rPr lang="en-US" b="1" dirty="0"/>
              <a:t>OSI model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responsible for the </a:t>
            </a:r>
            <a:r>
              <a:rPr lang="en-US" b="1" dirty="0"/>
              <a:t>delivery of packets</a:t>
            </a:r>
            <a:r>
              <a:rPr lang="en-US" dirty="0"/>
              <a:t> from the source host to the destination host </a:t>
            </a:r>
            <a:r>
              <a:rPr lang="en-US" b="1" dirty="0"/>
              <a:t>across multiple networks</a:t>
            </a:r>
            <a:r>
              <a:rPr lang="en-US" dirty="0"/>
              <a:t> (known as </a:t>
            </a:r>
            <a:r>
              <a:rPr lang="en-US" i="1" dirty="0"/>
              <a:t>internetworking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b="1" dirty="0"/>
              <a:t>Main Functions of the Network Layer: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Logical Addressing: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Assigns unique IP addresses to devices on the network.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Helps in identifying each device uniquely.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Routing: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Determines the </a:t>
            </a:r>
            <a:r>
              <a:rPr lang="en-US" b="1" dirty="0"/>
              <a:t>best path</a:t>
            </a:r>
            <a:r>
              <a:rPr lang="en-US" dirty="0"/>
              <a:t> for data to travel from source to destination.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</a:t>
            </a:r>
            <a:r>
              <a:rPr lang="en-US" b="1" dirty="0"/>
              <a:t>routing algorithms</a:t>
            </a:r>
            <a:r>
              <a:rPr lang="en-US" dirty="0"/>
              <a:t> and </a:t>
            </a:r>
            <a:r>
              <a:rPr lang="en-US" b="1" dirty="0"/>
              <a:t>routing tables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Packet Forwarding: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Moves packets from one network to another toward the destination.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Fragmentation and Reassembly: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Breaks large packets into smaller ones for transmission.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Reassembles them at the destination.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Error Handling and Congestion Control: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Handles errors in packet delivery.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Manages traffic to avoid congestion in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00817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601B-5D65-601C-04C3-DCEBD0D6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D8512F-01D7-E26F-D6D4-7DC0A35D1734}"/>
              </a:ext>
            </a:extLst>
          </p:cNvPr>
          <p:cNvSpPr txBox="1"/>
          <p:nvPr/>
        </p:nvSpPr>
        <p:spPr>
          <a:xfrm>
            <a:off x="844061" y="0"/>
            <a:ext cx="85712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3.1.1 Packet Switching at Network Layer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Packet Switching</a:t>
            </a:r>
            <a:r>
              <a:rPr lang="en-US" dirty="0"/>
              <a:t> is a technique in which data is divided into </a:t>
            </a:r>
            <a:r>
              <a:rPr lang="en-US" b="1" dirty="0"/>
              <a:t>small packets</a:t>
            </a:r>
            <a:r>
              <a:rPr lang="en-US" dirty="0"/>
              <a:t> before being transmitted.</a:t>
            </a:r>
            <a:br>
              <a:rPr lang="en-US" dirty="0"/>
            </a:br>
            <a:r>
              <a:rPr lang="en-US" dirty="0"/>
              <a:t>Each packet may travel through different routes and is reassembled at the destination.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Types of Services in Packet Switching: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Connectionless Service (Datagram Approach):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packet is treated </a:t>
            </a:r>
            <a:r>
              <a:rPr lang="en-US" b="1" dirty="0"/>
              <a:t>independently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</a:t>
            </a:r>
            <a:r>
              <a:rPr lang="en-US" b="1" dirty="0"/>
              <a:t> </a:t>
            </a:r>
            <a:r>
              <a:rPr lang="en-US" dirty="0"/>
              <a:t>connection is established before sending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Packets may take different routes and may arrive out of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IP (Internet Protocol).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Sending an email or web browsing.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for short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setup delay.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for unreliable or bursty data.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Packets can arrive out of order or be lost.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Receiver must reassemble packets properly.</a:t>
            </a:r>
          </a:p>
        </p:txBody>
      </p:sp>
    </p:spTree>
    <p:extLst>
      <p:ext uri="{BB962C8B-B14F-4D97-AF65-F5344CB8AC3E}">
        <p14:creationId xmlns:p14="http://schemas.microsoft.com/office/powerpoint/2010/main" val="4000974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0794-A8A1-EFA7-8D8C-59A4BEDE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8488CA-6274-6B55-E268-6C5CF5B6184E}"/>
              </a:ext>
            </a:extLst>
          </p:cNvPr>
          <p:cNvSpPr txBox="1"/>
          <p:nvPr/>
        </p:nvSpPr>
        <p:spPr>
          <a:xfrm>
            <a:off x="793820" y="124327"/>
            <a:ext cx="87521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Connection-Oriented Service (Virtual Circuit Approach):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connection</a:t>
            </a:r>
            <a:r>
              <a:rPr lang="en-US" dirty="0"/>
              <a:t> (virtual circuit) is established </a:t>
            </a:r>
            <a:r>
              <a:rPr lang="en-US" b="1" dirty="0"/>
              <a:t>before data transfer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packets follow the </a:t>
            </a:r>
            <a:r>
              <a:rPr lang="en-US" b="1" dirty="0"/>
              <a:t>same route</a:t>
            </a:r>
            <a:r>
              <a:rPr lang="en-US" dirty="0"/>
              <a:t> in correct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ATM, Frame Relay</a:t>
            </a:r>
            <a:r>
              <a:rPr lang="en-US" dirty="0"/>
              <a:t>, etc.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Phases: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Connection Setup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Data Transfer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Connection Termination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Reliable and ordered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for long and continuous communication.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Setup time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connection fails, communication breaks.</a:t>
            </a:r>
          </a:p>
        </p:txBody>
      </p:sp>
    </p:spTree>
    <p:extLst>
      <p:ext uri="{BB962C8B-B14F-4D97-AF65-F5344CB8AC3E}">
        <p14:creationId xmlns:p14="http://schemas.microsoft.com/office/powerpoint/2010/main" val="404738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A1AC-0FB9-8818-4E38-7C00EC76B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7CAB7D-7664-548B-CC49-53C298EC6773}"/>
              </a:ext>
            </a:extLst>
          </p:cNvPr>
          <p:cNvSpPr txBox="1"/>
          <p:nvPr/>
        </p:nvSpPr>
        <p:spPr>
          <a:xfrm>
            <a:off x="773723" y="180870"/>
            <a:ext cx="847076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3.1.2 Network Layer Services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Network Layer provides services to the Transport Layer to ensure proper delivery of data across networks.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Main Services Provided: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Packetizing: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Encapsulation of data from the Transport layer into packets.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Routing: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Selecting the best route for data transmission.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Forwarding: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Sending packets to the next hop on the route toward the destination.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Error Control: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Detects and handles errors in packet delivery.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Congestion Control: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Prevents network overload by controlling data flow.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Addressing: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Provides logical addresses (like IP addresses) to identify devices.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Internetworking: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Connects different types of networks to work as a single large network.</a:t>
            </a:r>
          </a:p>
        </p:txBody>
      </p:sp>
    </p:spTree>
    <p:extLst>
      <p:ext uri="{BB962C8B-B14F-4D97-AF65-F5344CB8AC3E}">
        <p14:creationId xmlns:p14="http://schemas.microsoft.com/office/powerpoint/2010/main" val="305331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FF405-962C-B501-8500-410ACE8A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BE965-D1D3-8CA0-BCD9-5AD92F6A93D9}"/>
              </a:ext>
            </a:extLst>
          </p:cNvPr>
          <p:cNvSpPr txBox="1"/>
          <p:nvPr/>
        </p:nvSpPr>
        <p:spPr>
          <a:xfrm>
            <a:off x="793820" y="88488"/>
            <a:ext cx="83426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3.2 Network Layer Issues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Network Layer</a:t>
            </a:r>
            <a:r>
              <a:rPr lang="en-US" dirty="0"/>
              <a:t> faces several important </a:t>
            </a:r>
            <a:r>
              <a:rPr lang="en-US" b="1" dirty="0"/>
              <a:t>issues</a:t>
            </a:r>
            <a:r>
              <a:rPr lang="en-US" dirty="0"/>
              <a:t> or </a:t>
            </a:r>
            <a:r>
              <a:rPr lang="en-US" b="1" dirty="0"/>
              <a:t>design challenges</a:t>
            </a:r>
            <a:r>
              <a:rPr lang="en-US" dirty="0"/>
              <a:t> that must be handled properly to ensure efficient data delivery between source and destination across multiple networks.</a:t>
            </a:r>
          </a:p>
          <a:p>
            <a:pPr>
              <a:buNone/>
            </a:pPr>
            <a:r>
              <a:rPr lang="en-US" dirty="0"/>
              <a:t>These issues include </a:t>
            </a:r>
            <a:r>
              <a:rPr lang="en-US" b="1" dirty="0"/>
              <a:t>addressing, routing, packet handling, congestion, and security.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Addressing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device on a network must have a </a:t>
            </a:r>
            <a:r>
              <a:rPr lang="en-US" b="1" dirty="0"/>
              <a:t>unique address</a:t>
            </a:r>
            <a:r>
              <a:rPr lang="en-US" dirty="0"/>
              <a:t> for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Network Layer uses </a:t>
            </a:r>
            <a:r>
              <a:rPr lang="en-US" b="1" dirty="0"/>
              <a:t>logical addressing</a:t>
            </a:r>
            <a:r>
              <a:rPr lang="en-US" dirty="0"/>
              <a:t> (like IP address) to identify devices across networks.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types of addresses are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Source Address:</a:t>
            </a:r>
            <a:r>
              <a:rPr lang="en-US" dirty="0"/>
              <a:t> The address of the sender.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Destination Address:</a:t>
            </a:r>
            <a:r>
              <a:rPr lang="en-US" dirty="0"/>
              <a:t> The address of the receiver.</a:t>
            </a:r>
          </a:p>
          <a:p>
            <a:pPr>
              <a:buNone/>
            </a:pPr>
            <a:r>
              <a:rPr lang="en-US" b="1" dirty="0"/>
              <a:t>Example:</a:t>
            </a:r>
            <a:r>
              <a:rPr lang="en-US" dirty="0"/>
              <a:t> IPv4 and IPv6 addresses in TCP/IP networks.</a:t>
            </a:r>
          </a:p>
        </p:txBody>
      </p:sp>
    </p:spTree>
    <p:extLst>
      <p:ext uri="{BB962C8B-B14F-4D97-AF65-F5344CB8AC3E}">
        <p14:creationId xmlns:p14="http://schemas.microsoft.com/office/powerpoint/2010/main" val="147978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DCFB-9A5E-137C-A657-854AA596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AC1895-7273-F576-CF50-8A5C5E093E6F}"/>
              </a:ext>
            </a:extLst>
          </p:cNvPr>
          <p:cNvSpPr txBox="1"/>
          <p:nvPr/>
        </p:nvSpPr>
        <p:spPr>
          <a:xfrm>
            <a:off x="844062" y="228325"/>
            <a:ext cx="84531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Routing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Routing</a:t>
            </a:r>
            <a:r>
              <a:rPr lang="en-US" dirty="0"/>
              <a:t> is the process of </a:t>
            </a:r>
            <a:r>
              <a:rPr lang="en-US" b="1" dirty="0"/>
              <a:t>selecting the best path</a:t>
            </a:r>
            <a:r>
              <a:rPr lang="en-US" dirty="0"/>
              <a:t> for data to travel from source to destination.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Routers use </a:t>
            </a:r>
            <a:r>
              <a:rPr lang="en-US" b="1" dirty="0"/>
              <a:t>routing algorithms</a:t>
            </a:r>
            <a:r>
              <a:rPr lang="en-US" dirty="0"/>
              <a:t> and </a:t>
            </a:r>
            <a:r>
              <a:rPr lang="en-US" b="1" dirty="0"/>
              <a:t>routing tables</a:t>
            </a:r>
            <a:r>
              <a:rPr lang="en-US" dirty="0"/>
              <a:t> for decision making.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Types of Routing: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Static Routing: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Routes are manually configured.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Suitable for small networks.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Dynamic Routing: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Routes are automatically updated using routing protocols (e.g., RIP, OSPF).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Used in large, complex networks.</a:t>
            </a:r>
          </a:p>
        </p:txBody>
      </p:sp>
    </p:spTree>
    <p:extLst>
      <p:ext uri="{BB962C8B-B14F-4D97-AF65-F5344CB8AC3E}">
        <p14:creationId xmlns:p14="http://schemas.microsoft.com/office/powerpoint/2010/main" val="3164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42D6-C2DF-6F63-67CA-A092F3DBE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59DC00-5A89-C91A-BFF0-04C32983CF44}"/>
              </a:ext>
            </a:extLst>
          </p:cNvPr>
          <p:cNvSpPr txBox="1"/>
          <p:nvPr/>
        </p:nvSpPr>
        <p:spPr>
          <a:xfrm>
            <a:off x="793820" y="166197"/>
            <a:ext cx="87018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Packet Forwarding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routing, packets must be </a:t>
            </a:r>
            <a:r>
              <a:rPr lang="en-US" b="1" dirty="0"/>
              <a:t>forwarded</a:t>
            </a:r>
            <a:r>
              <a:rPr lang="en-US" dirty="0"/>
              <a:t> to the next node or router.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router checks the </a:t>
            </a:r>
            <a:r>
              <a:rPr lang="en-US" b="1" dirty="0"/>
              <a:t>destination address</a:t>
            </a:r>
            <a:r>
              <a:rPr lang="en-US" dirty="0"/>
              <a:t> and sends the packet along the chosen route.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process continues until the packet reaches its final destination.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4. Fragmentation and Reassembly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networks may have </a:t>
            </a:r>
            <a:r>
              <a:rPr lang="en-US" b="1" dirty="0"/>
              <a:t>different Maximum Transmission Unit (MTU)</a:t>
            </a:r>
            <a:r>
              <a:rPr lang="en-US" dirty="0"/>
              <a:t> sizes.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packet is too large for a network, it must be </a:t>
            </a:r>
            <a:r>
              <a:rPr lang="en-US" b="1" dirty="0"/>
              <a:t>fragmented</a:t>
            </a:r>
            <a:r>
              <a:rPr lang="en-US" dirty="0"/>
              <a:t> into smaller pieces.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 the destination, these fragments are </a:t>
            </a:r>
            <a:r>
              <a:rPr lang="en-US" b="1" dirty="0"/>
              <a:t>reassembled</a:t>
            </a:r>
            <a:r>
              <a:rPr lang="en-US" dirty="0"/>
              <a:t> into the original packet.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5. Error Control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Layer provides mechanisms to detect and handle </a:t>
            </a:r>
            <a:r>
              <a:rPr lang="en-US" b="1" dirty="0"/>
              <a:t>errors</a:t>
            </a:r>
            <a:r>
              <a:rPr lang="en-US" dirty="0"/>
              <a:t> such as lost, duplicated, or corrupted packets.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protocols (like ICMP) are used for reporting errors and network diagnostics.</a:t>
            </a:r>
          </a:p>
          <a:p>
            <a:pPr>
              <a:buNone/>
            </a:pPr>
            <a:r>
              <a:rPr lang="en-US" b="1" dirty="0"/>
              <a:t>Example:</a:t>
            </a:r>
            <a:r>
              <a:rPr lang="en-US" dirty="0"/>
              <a:t> If a packet cannot be delivered, an ICMP “Destination Unreachable” message is sent back.</a:t>
            </a:r>
          </a:p>
        </p:txBody>
      </p:sp>
    </p:spTree>
    <p:extLst>
      <p:ext uri="{BB962C8B-B14F-4D97-AF65-F5344CB8AC3E}">
        <p14:creationId xmlns:p14="http://schemas.microsoft.com/office/powerpoint/2010/main" val="644349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E9F32-C41D-B211-D71F-4DF089DC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E1AFB7-CF97-201E-4073-4E65D5E52405}"/>
              </a:ext>
            </a:extLst>
          </p:cNvPr>
          <p:cNvSpPr txBox="1"/>
          <p:nvPr/>
        </p:nvSpPr>
        <p:spPr>
          <a:xfrm>
            <a:off x="743578" y="58846"/>
            <a:ext cx="83024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Congestion Control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too many packets are present in the network, </a:t>
            </a:r>
            <a:r>
              <a:rPr lang="en-US" b="1" dirty="0"/>
              <a:t>congestion</a:t>
            </a:r>
            <a:r>
              <a:rPr lang="en-US" dirty="0"/>
              <a:t> occurs.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causes </a:t>
            </a:r>
            <a:r>
              <a:rPr lang="en-US" b="1" dirty="0"/>
              <a:t>packet loss, delays</a:t>
            </a:r>
            <a:r>
              <a:rPr lang="en-US" dirty="0"/>
              <a:t>, and </a:t>
            </a:r>
            <a:r>
              <a:rPr lang="en-US" b="1" dirty="0"/>
              <a:t>retransmissions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Network Layer uses techniques to </a:t>
            </a:r>
            <a:r>
              <a:rPr lang="en-US" b="1" dirty="0"/>
              <a:t>avoid and control congestion</a:t>
            </a:r>
            <a:r>
              <a:rPr lang="en-US" dirty="0"/>
              <a:t>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Packet dropping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Traffic shaping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Queue management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7. Quality of Service (QoS)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that important applications (like video calls, VoIP) get </a:t>
            </a:r>
            <a:r>
              <a:rPr lang="en-US" b="1" dirty="0"/>
              <a:t>priority</a:t>
            </a:r>
            <a:r>
              <a:rPr lang="en-US" dirty="0"/>
              <a:t> over less important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providing </a:t>
            </a:r>
            <a:r>
              <a:rPr lang="en-US" b="1" dirty="0"/>
              <a:t>timely and reliable delivery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8. Security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Protects data against </a:t>
            </a:r>
            <a:r>
              <a:rPr lang="en-US" b="1" dirty="0"/>
              <a:t>unauthorized access, modification, or attacks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mechanisms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Encryption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Authentication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Firewall filtering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7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4089-8762-CFAE-4038-97896E9D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53C5B6-05C0-70CD-0D70-0556DBD297F5}"/>
              </a:ext>
            </a:extLst>
          </p:cNvPr>
          <p:cNvSpPr txBox="1"/>
          <p:nvPr/>
        </p:nvSpPr>
        <p:spPr>
          <a:xfrm>
            <a:off x="854110" y="106747"/>
            <a:ext cx="84808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9. Internetworking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Layer connects </a:t>
            </a:r>
            <a:r>
              <a:rPr lang="en-US" b="1" dirty="0"/>
              <a:t>different types of networks</a:t>
            </a:r>
            <a:r>
              <a:rPr lang="en-US" dirty="0"/>
              <a:t> (e.g., LAN, WAN) to form a </a:t>
            </a:r>
            <a:r>
              <a:rPr lang="en-US" b="1" dirty="0"/>
              <a:t>single internetwork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provides </a:t>
            </a:r>
            <a:r>
              <a:rPr lang="en-US" b="1" dirty="0"/>
              <a:t>interoperability</a:t>
            </a:r>
            <a:r>
              <a:rPr lang="en-US" dirty="0"/>
              <a:t> between networks with different architectures.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5C5C7-9059-79CD-6C39-067C0BEE13B5}"/>
              </a:ext>
            </a:extLst>
          </p:cNvPr>
          <p:cNvSpPr txBox="1"/>
          <p:nvPr/>
        </p:nvSpPr>
        <p:spPr>
          <a:xfrm>
            <a:off x="854110" y="1785042"/>
            <a:ext cx="87747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3.3 IPv4 Addresses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Introduction: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IPv4 (Internet Protocol version 4)</a:t>
            </a:r>
            <a:r>
              <a:rPr lang="en-US" dirty="0"/>
              <a:t> is the </a:t>
            </a:r>
            <a:r>
              <a:rPr lang="en-US" b="1" dirty="0"/>
              <a:t>most widely used addressing system</a:t>
            </a:r>
            <a:r>
              <a:rPr lang="en-US" dirty="0"/>
              <a:t> in computer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device (computer, router, printer, etc.) connected to the Internet must have a </a:t>
            </a:r>
            <a:r>
              <a:rPr lang="en-US" b="1" dirty="0"/>
              <a:t>unique IP address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IPv4 address is a </a:t>
            </a:r>
            <a:r>
              <a:rPr lang="en-US" b="1" dirty="0"/>
              <a:t>32-bit logical address</a:t>
            </a:r>
            <a:r>
              <a:rPr lang="en-US" dirty="0"/>
              <a:t>, used to identify a device on a network.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3.3.1 Address Space, Notation, Range of Addresses, Operations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Address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total number of unique addresses that can be formed using 32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Address Space = 2³² = 4,294,967,296 (≈ 4.3 billion addresses)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57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D533-C90D-B2F8-930F-64D72870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21EA51-21C8-AA83-1619-DCA002E0EDC7}"/>
              </a:ext>
            </a:extLst>
          </p:cNvPr>
          <p:cNvSpPr txBox="1"/>
          <p:nvPr/>
        </p:nvSpPr>
        <p:spPr>
          <a:xfrm>
            <a:off x="823965" y="97197"/>
            <a:ext cx="858129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IPv4 addresses are written in </a:t>
            </a:r>
            <a:r>
              <a:rPr lang="en-US" b="1" dirty="0"/>
              <a:t>dotted-decimal notation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32 bits are divided into </a:t>
            </a:r>
            <a:r>
              <a:rPr lang="en-US" b="1" dirty="0"/>
              <a:t>four 8-bit (1 byte) parts</a:t>
            </a:r>
            <a:r>
              <a:rPr lang="en-US" dirty="0"/>
              <a:t>, called </a:t>
            </a:r>
            <a:r>
              <a:rPr lang="en-US" b="1" dirty="0"/>
              <a:t>octets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octet is converted into a decimal number (0–255).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Binary: </a:t>
            </a:r>
            <a:r>
              <a:rPr lang="en-US" dirty="0">
                <a:latin typeface="Courier New" panose="02070309020205020404" pitchFamily="49" charset="0"/>
              </a:rPr>
              <a:t>11000000.10101000.00000001.00001010</a:t>
            </a:r>
            <a:br>
              <a:rPr lang="en-US" dirty="0"/>
            </a:br>
            <a:r>
              <a:rPr lang="en-US" dirty="0"/>
              <a:t>Decimal: </a:t>
            </a:r>
            <a:r>
              <a:rPr lang="en-US" dirty="0">
                <a:latin typeface="Courier New" panose="02070309020205020404" pitchFamily="49" charset="0"/>
              </a:rPr>
              <a:t>192.168.1.10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Range of Addresses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Since each octet has 8 bits → range is </a:t>
            </a:r>
            <a:r>
              <a:rPr lang="en-US" b="1" dirty="0"/>
              <a:t>0–255</a:t>
            </a:r>
            <a:r>
              <a:rPr lang="en-US" dirty="0"/>
              <a:t> per octet.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 ranges: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0.0.0.0 → 255.255.255.255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ranges are reserved for </a:t>
            </a:r>
            <a:r>
              <a:rPr lang="en-US" b="1" dirty="0"/>
              <a:t>private use</a:t>
            </a:r>
            <a:r>
              <a:rPr lang="en-US" dirty="0"/>
              <a:t>, </a:t>
            </a:r>
            <a:r>
              <a:rPr lang="en-US" b="1" dirty="0"/>
              <a:t>loopback</a:t>
            </a:r>
            <a:r>
              <a:rPr lang="en-US" dirty="0"/>
              <a:t>, or </a:t>
            </a:r>
            <a:r>
              <a:rPr lang="en-US" b="1" dirty="0"/>
              <a:t>special purposes</a:t>
            </a:r>
            <a:r>
              <a:rPr lang="en-US" dirty="0"/>
              <a:t> (explained in section 3.3.4).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4.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Bitwise operations</a:t>
            </a:r>
            <a:r>
              <a:rPr lang="en-US" dirty="0"/>
              <a:t> (like AND) are used to find </a:t>
            </a:r>
            <a:r>
              <a:rPr lang="en-US" b="1" dirty="0"/>
              <a:t>network ID</a:t>
            </a:r>
            <a:r>
              <a:rPr lang="en-US" dirty="0"/>
              <a:t> and </a:t>
            </a:r>
            <a:r>
              <a:rPr lang="en-US" b="1" dirty="0"/>
              <a:t>host ID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r>
              <a:rPr lang="en-US" dirty="0"/>
              <a:t>IP Address:    192.168.1.10</a:t>
            </a:r>
          </a:p>
          <a:p>
            <a:pPr>
              <a:buNone/>
            </a:pPr>
            <a:r>
              <a:rPr lang="en-US" dirty="0"/>
              <a:t>Subnet Mask:   255.255.255.0</a:t>
            </a:r>
          </a:p>
          <a:p>
            <a:pPr>
              <a:buNone/>
            </a:pPr>
            <a:r>
              <a:rPr lang="en-US" dirty="0"/>
              <a:t>Bitwise AND →  192.168.1.0  (Network Address)</a:t>
            </a:r>
          </a:p>
        </p:txBody>
      </p:sp>
    </p:spTree>
    <p:extLst>
      <p:ext uri="{BB962C8B-B14F-4D97-AF65-F5344CB8AC3E}">
        <p14:creationId xmlns:p14="http://schemas.microsoft.com/office/powerpoint/2010/main" val="3153287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25B3-B324-5428-5CCA-10CDB651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40CB8-7915-B0A7-6466-0257EB1F946F}"/>
              </a:ext>
            </a:extLst>
          </p:cNvPr>
          <p:cNvSpPr txBox="1"/>
          <p:nvPr/>
        </p:nvSpPr>
        <p:spPr>
          <a:xfrm>
            <a:off x="864159" y="166357"/>
            <a:ext cx="8654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3.3.2 Classful Addressing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In </a:t>
            </a:r>
            <a:r>
              <a:rPr lang="en-US" b="1" dirty="0"/>
              <a:t>Classful Addressing</a:t>
            </a:r>
            <a:r>
              <a:rPr lang="en-US" dirty="0"/>
              <a:t>, the IP address space is divided into </a:t>
            </a:r>
            <a:r>
              <a:rPr lang="en-US" b="1" dirty="0"/>
              <a:t>five classes (A–E)</a:t>
            </a:r>
            <a:r>
              <a:rPr lang="en-US" dirty="0"/>
              <a:t>, based on the </a:t>
            </a:r>
            <a:r>
              <a:rPr lang="en-US" b="1" dirty="0"/>
              <a:t>first few bits</a:t>
            </a:r>
            <a:r>
              <a:rPr lang="en-US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BA99DE-E072-EE4E-51E7-47FB595D7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201538"/>
              </p:ext>
            </p:extLst>
          </p:nvPr>
        </p:nvGraphicFramePr>
        <p:xfrm>
          <a:off x="622999" y="1474316"/>
          <a:ext cx="8732016" cy="5077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6333">
                  <a:extLst>
                    <a:ext uri="{9D8B030D-6E8A-4147-A177-3AD203B41FA5}">
                      <a16:colId xmlns:a16="http://schemas.microsoft.com/office/drawing/2014/main" val="158165222"/>
                    </a:ext>
                  </a:extLst>
                </a:gridCol>
                <a:gridCol w="1105976">
                  <a:extLst>
                    <a:ext uri="{9D8B030D-6E8A-4147-A177-3AD203B41FA5}">
                      <a16:colId xmlns:a16="http://schemas.microsoft.com/office/drawing/2014/main" val="940398567"/>
                    </a:ext>
                  </a:extLst>
                </a:gridCol>
                <a:gridCol w="1550101">
                  <a:extLst>
                    <a:ext uri="{9D8B030D-6E8A-4147-A177-3AD203B41FA5}">
                      <a16:colId xmlns:a16="http://schemas.microsoft.com/office/drawing/2014/main" val="3026135269"/>
                    </a:ext>
                  </a:extLst>
                </a:gridCol>
                <a:gridCol w="1271878">
                  <a:extLst>
                    <a:ext uri="{9D8B030D-6E8A-4147-A177-3AD203B41FA5}">
                      <a16:colId xmlns:a16="http://schemas.microsoft.com/office/drawing/2014/main" val="3606973416"/>
                    </a:ext>
                  </a:extLst>
                </a:gridCol>
                <a:gridCol w="1430862">
                  <a:extLst>
                    <a:ext uri="{9D8B030D-6E8A-4147-A177-3AD203B41FA5}">
                      <a16:colId xmlns:a16="http://schemas.microsoft.com/office/drawing/2014/main" val="1244649841"/>
                    </a:ext>
                  </a:extLst>
                </a:gridCol>
                <a:gridCol w="2056866">
                  <a:extLst>
                    <a:ext uri="{9D8B030D-6E8A-4147-A177-3AD203B41FA5}">
                      <a16:colId xmlns:a16="http://schemas.microsoft.com/office/drawing/2014/main" val="2151575723"/>
                    </a:ext>
                  </a:extLst>
                </a:gridCol>
              </a:tblGrid>
              <a:tr h="83256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Starting Bits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Range (First Octet)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No. of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No. of Hosts/Network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Default Mask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388525"/>
                  </a:ext>
                </a:extLst>
              </a:tr>
              <a:tr h="832562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0-127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16,777,214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255.0.0.0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538693"/>
                  </a:ext>
                </a:extLst>
              </a:tr>
              <a:tr h="832562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128 – 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16,384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65,534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255.255.0.0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847405"/>
                  </a:ext>
                </a:extLst>
              </a:tr>
              <a:tr h="832562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 – 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2,097,152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255.255.255.0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459692"/>
                  </a:ext>
                </a:extLst>
              </a:tr>
              <a:tr h="832562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 – 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for Multicasting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114997"/>
                  </a:ext>
                </a:extLst>
              </a:tr>
              <a:tr h="832562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240 – 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Experimental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0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1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074A-B482-CE1A-285D-55E4CCA0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501DD1-C044-BBE4-7316-AB639A2AA639}"/>
              </a:ext>
            </a:extLst>
          </p:cNvPr>
          <p:cNvSpPr txBox="1"/>
          <p:nvPr/>
        </p:nvSpPr>
        <p:spPr>
          <a:xfrm>
            <a:off x="823965" y="198180"/>
            <a:ext cx="8493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Classes of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class has a fixed block size: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Class A:</a:t>
            </a:r>
            <a:r>
              <a:rPr lang="en-US" dirty="0"/>
              <a:t> Large networks (used by ISPs, big companies)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Class B:</a:t>
            </a:r>
            <a:r>
              <a:rPr lang="en-US" dirty="0"/>
              <a:t> Medium networks (universities, offices)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Class C:</a:t>
            </a:r>
            <a:r>
              <a:rPr lang="en-US" dirty="0"/>
              <a:t> Small networks (homes, small offices)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Two-Level Addressing (Network + Host)</a:t>
            </a:r>
          </a:p>
          <a:p>
            <a:pPr>
              <a:buNone/>
            </a:pPr>
            <a:r>
              <a:rPr lang="en-US" dirty="0"/>
              <a:t>In classful addressing, IP address is divided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Network ID:</a:t>
            </a:r>
            <a:r>
              <a:rPr lang="en-US" dirty="0"/>
              <a:t> Identifies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Host ID:</a:t>
            </a:r>
            <a:r>
              <a:rPr lang="en-US" dirty="0"/>
              <a:t> Identifies a device within that network.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 (Class B):</a:t>
            </a:r>
          </a:p>
          <a:p>
            <a:pPr>
              <a:buNone/>
            </a:pPr>
            <a:r>
              <a:rPr lang="en-US" dirty="0"/>
              <a:t>IP: 172.16.5.10</a:t>
            </a:r>
          </a:p>
          <a:p>
            <a:pPr>
              <a:buNone/>
            </a:pPr>
            <a:r>
              <a:rPr lang="en-US" dirty="0"/>
              <a:t>Network ID: 172.16</a:t>
            </a:r>
          </a:p>
          <a:p>
            <a:pPr>
              <a:buNone/>
            </a:pPr>
            <a:r>
              <a:rPr lang="en-US" dirty="0"/>
              <a:t>Host ID: 5.10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476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FCBD-80E3-65E5-D512-6C873706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25CD4-9ADC-8DA4-6C72-105D542A8F75}"/>
              </a:ext>
            </a:extLst>
          </p:cNvPr>
          <p:cNvSpPr txBox="1"/>
          <p:nvPr/>
        </p:nvSpPr>
        <p:spPr>
          <a:xfrm>
            <a:off x="803868" y="160164"/>
            <a:ext cx="84933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Three-Level Addressing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Used for </a:t>
            </a:r>
            <a:r>
              <a:rPr lang="en-US" b="1" dirty="0"/>
              <a:t>subnetting</a:t>
            </a:r>
            <a:r>
              <a:rPr lang="en-US" dirty="0"/>
              <a:t> and </a:t>
            </a:r>
            <a:r>
              <a:rPr lang="en-US" b="1" dirty="0"/>
              <a:t>supernetting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342900" indent="-342900">
              <a:buAutoNum type="alphaLcParenR"/>
            </a:pPr>
            <a:r>
              <a:rPr lang="en-US" b="1" dirty="0"/>
              <a:t>Subnetting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Divides one network into </a:t>
            </a:r>
            <a:r>
              <a:rPr lang="en-US" b="1" dirty="0"/>
              <a:t>smaller sub-networks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efficient IP usage and better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Borrow bits from host part to create subnet.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Class C: 192.168.1.0/24 →</a:t>
            </a:r>
            <a:br>
              <a:rPr lang="en-US" dirty="0"/>
            </a:br>
            <a:r>
              <a:rPr lang="en-US" dirty="0"/>
              <a:t>Subnet mask changed to 255.255.255.192 (/26)</a:t>
            </a:r>
            <a:br>
              <a:rPr lang="en-US" dirty="0"/>
            </a:br>
            <a:r>
              <a:rPr lang="en-US" dirty="0"/>
              <a:t>→ creates </a:t>
            </a:r>
            <a:r>
              <a:rPr lang="en-US" b="1" dirty="0"/>
              <a:t>4 subnets</a:t>
            </a:r>
            <a:r>
              <a:rPr lang="en-US" dirty="0"/>
              <a:t>, each with </a:t>
            </a:r>
            <a:r>
              <a:rPr lang="en-US" b="1" dirty="0"/>
              <a:t>64 addresses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b) Supernetting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multiple networks into one larger network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ISPs to simplify routing.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Also called </a:t>
            </a:r>
            <a:r>
              <a:rPr lang="en-US" b="1" dirty="0"/>
              <a:t>Route Aggregation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662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F7BC-031E-B99A-799A-F9834FD7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D7B8B8-5F37-108F-2D86-914216CEE83F}"/>
              </a:ext>
            </a:extLst>
          </p:cNvPr>
          <p:cNvSpPr txBox="1"/>
          <p:nvPr/>
        </p:nvSpPr>
        <p:spPr>
          <a:xfrm>
            <a:off x="864158" y="271035"/>
            <a:ext cx="80210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3.3.3 Classless Addressing (CIDR)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Concept: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Classless Inter-Domain Routing (CIDR) was introduced to </a:t>
            </a:r>
            <a:r>
              <a:rPr lang="en-US" b="1" dirty="0"/>
              <a:t>replace classful addressing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variable block sizes — addresses are not restricted to fixed Class A/B/C limits.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2. Variable Length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and host parts are separated by a </a:t>
            </a:r>
            <a:r>
              <a:rPr lang="en-US" b="1" dirty="0"/>
              <a:t>slash notation (/n)</a:t>
            </a:r>
            <a:r>
              <a:rPr lang="en-US" dirty="0"/>
              <a:t>, where </a:t>
            </a:r>
            <a:r>
              <a:rPr lang="en-US" i="1" dirty="0"/>
              <a:t>n</a:t>
            </a:r>
            <a:r>
              <a:rPr lang="en-US" dirty="0"/>
              <a:t> = number of bits for network.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192.168.1.0/24</a:t>
            </a:r>
            <a:r>
              <a:rPr lang="en-US" dirty="0"/>
              <a:t> → first 24 bits = network, last 8 bits = host.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3. Two-Level Addressing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portion and host portion defined by prefix length (/n).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and more flexible than classful system.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957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B6CA-1F56-1470-5929-0483DE02F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475777-2ABB-45D4-FD0F-23B079E6319F}"/>
              </a:ext>
            </a:extLst>
          </p:cNvPr>
          <p:cNvSpPr txBox="1"/>
          <p:nvPr/>
        </p:nvSpPr>
        <p:spPr>
          <a:xfrm>
            <a:off x="813915" y="186794"/>
            <a:ext cx="8561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Block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ISPs assign address blocks of suitable size to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size of block = 2ⁿ (where n = number of host bits).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/29</a:t>
            </a:r>
            <a:r>
              <a:rPr lang="en-US" dirty="0"/>
              <a:t> → 8 addresses (6 usable)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/24</a:t>
            </a:r>
            <a:r>
              <a:rPr lang="en-US" dirty="0"/>
              <a:t> → 256 addresses (254 usable)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5. Subnetting in Classless Addressing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still divide a CIDR block into smaller sub-blocks.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efficient IP management and security.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</a:rPr>
              <a:t>192.168.1.0/24</a:t>
            </a:r>
            <a:r>
              <a:rPr lang="en-US" dirty="0"/>
              <a:t> → divide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192.168.1.0/26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192.168.1.64/26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192.168.1.128/26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192.168.1.192/26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09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7A77-3E93-9B24-6AC4-44C8B34F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141030-87D7-7498-7117-C6E7178F1775}"/>
              </a:ext>
            </a:extLst>
          </p:cNvPr>
          <p:cNvSpPr txBox="1"/>
          <p:nvPr/>
        </p:nvSpPr>
        <p:spPr>
          <a:xfrm>
            <a:off x="911888" y="192147"/>
            <a:ext cx="833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3.3.4 Special Addresses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805D9E-A7AA-7662-C9C6-F0EE012CD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82456"/>
              </p:ext>
            </p:extLst>
          </p:nvPr>
        </p:nvGraphicFramePr>
        <p:xfrm>
          <a:off x="732833" y="636841"/>
          <a:ext cx="8913585" cy="60290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3025">
                  <a:extLst>
                    <a:ext uri="{9D8B030D-6E8A-4147-A177-3AD203B41FA5}">
                      <a16:colId xmlns:a16="http://schemas.microsoft.com/office/drawing/2014/main" val="3137182122"/>
                    </a:ext>
                  </a:extLst>
                </a:gridCol>
                <a:gridCol w="3539365">
                  <a:extLst>
                    <a:ext uri="{9D8B030D-6E8A-4147-A177-3AD203B41FA5}">
                      <a16:colId xmlns:a16="http://schemas.microsoft.com/office/drawing/2014/main" val="4160619163"/>
                    </a:ext>
                  </a:extLst>
                </a:gridCol>
                <a:gridCol w="2971195">
                  <a:extLst>
                    <a:ext uri="{9D8B030D-6E8A-4147-A177-3AD203B41FA5}">
                      <a16:colId xmlns:a16="http://schemas.microsoft.com/office/drawing/2014/main" val="490682607"/>
                    </a:ext>
                  </a:extLst>
                </a:gridCol>
              </a:tblGrid>
              <a:tr h="432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Address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911796"/>
                  </a:ext>
                </a:extLst>
              </a:tr>
              <a:tr h="73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Network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Identifies the network itself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559598"/>
                  </a:ext>
                </a:extLst>
              </a:tr>
              <a:tr h="73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Broadcast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192.168.1.255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Sends message to all hosts in the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934730"/>
                  </a:ext>
                </a:extLst>
              </a:tr>
              <a:tr h="73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Loopback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127.0.0.1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test TCP/IP on local machine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90227"/>
                  </a:ext>
                </a:extLst>
              </a:tr>
              <a:tr h="959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Private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10.0.0.0 – 10.255.255.255 </a:t>
                      </a:r>
                      <a:br>
                        <a:rPr lang="en-IN" dirty="0"/>
                      </a:br>
                      <a:r>
                        <a:rPr lang="en-IN" dirty="0"/>
                        <a:t>172.16.0.0 – 172.31.255.255 </a:t>
                      </a:r>
                      <a:br>
                        <a:rPr lang="en-IN" dirty="0"/>
                      </a:br>
                      <a:r>
                        <a:rPr lang="en-IN" dirty="0"/>
                        <a:t>192.168.0.0 – 192.168.255.255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in private networks (not routable on Internet)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96205"/>
                  </a:ext>
                </a:extLst>
              </a:tr>
              <a:tr h="959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APIPA (Automatic Private IP Addressing)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169.254.0.0 – 169.254.255.255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Assigned automatically when DHCP fails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133031"/>
                  </a:ext>
                </a:extLst>
              </a:tr>
              <a:tr h="73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Multicast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224.0.0.0 – 239.255.255.255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to send data to multiple systems at once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946517"/>
                  </a:ext>
                </a:extLst>
              </a:tr>
              <a:tr h="73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Reserved / Experimental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240.0.0.0 – 255.255.255.255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Reserved for future or testing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78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40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EEAB-47E2-A665-6FBE-644F573E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68FD8-DE1C-4163-BD2B-53D7EBFC29A0}"/>
              </a:ext>
            </a:extLst>
          </p:cNvPr>
          <p:cNvSpPr txBox="1"/>
          <p:nvPr/>
        </p:nvSpPr>
        <p:spPr>
          <a:xfrm>
            <a:off x="844062" y="117693"/>
            <a:ext cx="831249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3.4 Network Address Translation (NAT)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Introduction: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 (Network Address Translation)</a:t>
            </a:r>
            <a:r>
              <a:rPr lang="en-US" dirty="0"/>
              <a:t> is a technique used to </a:t>
            </a:r>
            <a:r>
              <a:rPr lang="en-US" b="1" dirty="0"/>
              <a:t>map private IP addresses to public IP addresses</a:t>
            </a:r>
            <a:r>
              <a:rPr lang="en-US" dirty="0"/>
              <a:t> and vice versa.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implemented in </a:t>
            </a:r>
            <a:r>
              <a:rPr lang="en-US" b="1" dirty="0"/>
              <a:t>routers or firewalls</a:t>
            </a:r>
            <a:r>
              <a:rPr lang="en-US" dirty="0"/>
              <a:t> to allow multiple devices in a private network to </a:t>
            </a:r>
            <a:r>
              <a:rPr lang="en-US" b="1" dirty="0"/>
              <a:t>share a single public IP address</a:t>
            </a:r>
            <a:r>
              <a:rPr lang="en-US" dirty="0"/>
              <a:t> for accessing the Internet.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Need for NAT: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IPv4 address shortage: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IPv4 provides around 4.3 billion addresses, which are not enough for all devices.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NAT helps overcome this limitation by allowing many private hosts to share one public IP.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Security: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Internal private IPs are hidden from the outside world, providing a layer of protection.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Private Network Communication: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NAT enables devices with private IP addresses to communicate with public networks (like the Internet).</a:t>
            </a:r>
          </a:p>
        </p:txBody>
      </p:sp>
    </p:spTree>
    <p:extLst>
      <p:ext uri="{BB962C8B-B14F-4D97-AF65-F5344CB8AC3E}">
        <p14:creationId xmlns:p14="http://schemas.microsoft.com/office/powerpoint/2010/main" val="188108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4625-3390-2132-71EA-14C721B0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13B7C-F8E9-83F8-D35A-D87CD3DD902E}"/>
              </a:ext>
            </a:extLst>
          </p:cNvPr>
          <p:cNvSpPr txBox="1"/>
          <p:nvPr/>
        </p:nvSpPr>
        <p:spPr>
          <a:xfrm>
            <a:off x="753626" y="110532"/>
            <a:ext cx="86340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NAT Works: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 A private device sends data to the Internet.</a:t>
            </a:r>
          </a:p>
          <a:p>
            <a:endParaRPr lang="en-US" dirty="0"/>
          </a:p>
          <a:p>
            <a:r>
              <a:rPr lang="en-US" dirty="0"/>
              <a:t>2. The NAT router </a:t>
            </a:r>
            <a:r>
              <a:rPr lang="en-US" b="1" dirty="0"/>
              <a:t>replaces the private IP address</a:t>
            </a:r>
            <a:r>
              <a:rPr lang="en-US" dirty="0"/>
              <a:t> in the packet with its </a:t>
            </a:r>
            <a:r>
              <a:rPr lang="en-US" b="1" dirty="0"/>
              <a:t>public IP address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3. When the response returns, the router uses its </a:t>
            </a:r>
            <a:r>
              <a:rPr lang="en-US" b="1" dirty="0"/>
              <a:t>NAT table</a:t>
            </a:r>
            <a:r>
              <a:rPr lang="en-US" dirty="0"/>
              <a:t> to map the public IP back to the correct private IP.</a:t>
            </a:r>
          </a:p>
          <a:p>
            <a:endParaRPr lang="en-US" dirty="0"/>
          </a:p>
          <a:p>
            <a:r>
              <a:rPr lang="en-IN" b="1" dirty="0"/>
              <a:t>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E8DE57-ED0D-2140-B606-4405CFF58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1379"/>
              </p:ext>
            </p:extLst>
          </p:nvPr>
        </p:nvGraphicFramePr>
        <p:xfrm>
          <a:off x="1760691" y="3429000"/>
          <a:ext cx="587605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5451">
                  <a:extLst>
                    <a:ext uri="{9D8B030D-6E8A-4147-A177-3AD203B41FA5}">
                      <a16:colId xmlns:a16="http://schemas.microsoft.com/office/drawing/2014/main" val="4039495291"/>
                    </a:ext>
                  </a:extLst>
                </a:gridCol>
                <a:gridCol w="1772527">
                  <a:extLst>
                    <a:ext uri="{9D8B030D-6E8A-4147-A177-3AD203B41FA5}">
                      <a16:colId xmlns:a16="http://schemas.microsoft.com/office/drawing/2014/main" val="3547894755"/>
                    </a:ext>
                  </a:extLst>
                </a:gridCol>
                <a:gridCol w="3018077">
                  <a:extLst>
                    <a:ext uri="{9D8B030D-6E8A-4147-A177-3AD203B41FA5}">
                      <a16:colId xmlns:a16="http://schemas.microsoft.com/office/drawing/2014/main" val="3721392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Private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Public IP (Assigned by ISP)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53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117.203.15.10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313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117.203.15.10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2397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DA397F4-9719-6F5C-4B3E-F902D5D770B9}"/>
              </a:ext>
            </a:extLst>
          </p:cNvPr>
          <p:cNvSpPr txBox="1"/>
          <p:nvPr/>
        </p:nvSpPr>
        <p:spPr>
          <a:xfrm>
            <a:off x="753626" y="4846712"/>
            <a:ext cx="9475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Both PC1 and PC2 use the same </a:t>
            </a:r>
            <a:r>
              <a:rPr lang="en-US" b="1" dirty="0"/>
              <a:t>public IP (117.203.15.10)</a:t>
            </a:r>
            <a:r>
              <a:rPr lang="en-US" dirty="0"/>
              <a:t> through NAT.</a:t>
            </a:r>
          </a:p>
        </p:txBody>
      </p:sp>
    </p:spTree>
    <p:extLst>
      <p:ext uri="{BB962C8B-B14F-4D97-AF65-F5344CB8AC3E}">
        <p14:creationId xmlns:p14="http://schemas.microsoft.com/office/powerpoint/2010/main" val="1766164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E705E-FE66-7AA4-E678-2016307E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037A7A-274A-6590-1469-3A343631C3EE}"/>
              </a:ext>
            </a:extLst>
          </p:cNvPr>
          <p:cNvSpPr txBox="1"/>
          <p:nvPr/>
        </p:nvSpPr>
        <p:spPr>
          <a:xfrm>
            <a:off x="834014" y="150955"/>
            <a:ext cx="874206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NAT: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Static NAT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</a:t>
            </a:r>
            <a:r>
              <a:rPr lang="en-US" b="1" dirty="0"/>
              <a:t>private IP</a:t>
            </a:r>
            <a:r>
              <a:rPr lang="en-US" dirty="0"/>
              <a:t> is mapped to </a:t>
            </a:r>
            <a:r>
              <a:rPr lang="en-US" b="1" dirty="0"/>
              <a:t>one public IP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mapping is </a:t>
            </a:r>
            <a:r>
              <a:rPr lang="en-US" b="1" dirty="0"/>
              <a:t>fixed</a:t>
            </a:r>
            <a:r>
              <a:rPr lang="en-US" dirty="0"/>
              <a:t> and does not change.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192.168.1.2 → 117.203.15.10</a:t>
            </a:r>
            <a:br>
              <a:rPr lang="en-US" dirty="0"/>
            </a:br>
            <a:r>
              <a:rPr lang="en-US" dirty="0"/>
              <a:t>192.168.1.3 → 117.203.15.11</a:t>
            </a:r>
          </a:p>
          <a:p>
            <a:pPr>
              <a:buNone/>
            </a:pPr>
            <a:r>
              <a:rPr lang="en-US" b="1" dirty="0"/>
              <a:t>Used for:</a:t>
            </a:r>
            <a:r>
              <a:rPr lang="en-US" dirty="0"/>
              <a:t> Servers that need constant access (e.g., web or mail servers).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2. Dynamic NAT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private IP is mapped to any </a:t>
            </a:r>
            <a:r>
              <a:rPr lang="en-US" b="1" dirty="0"/>
              <a:t>available public IP</a:t>
            </a:r>
            <a:r>
              <a:rPr lang="en-US" dirty="0"/>
              <a:t> from a pool of public addresses.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mapping changes dynamically.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Private IP 192.168.1.5 may use any available public IP from a given range.</a:t>
            </a:r>
          </a:p>
          <a:p>
            <a:pPr>
              <a:buNone/>
            </a:pPr>
            <a:r>
              <a:rPr lang="en-US" b="1" dirty="0"/>
              <a:t>Used for:</a:t>
            </a:r>
            <a:r>
              <a:rPr lang="en-US" dirty="0"/>
              <a:t> Temporary Internet connections.</a:t>
            </a:r>
          </a:p>
        </p:txBody>
      </p:sp>
    </p:spTree>
    <p:extLst>
      <p:ext uri="{BB962C8B-B14F-4D97-AF65-F5344CB8AC3E}">
        <p14:creationId xmlns:p14="http://schemas.microsoft.com/office/powerpoint/2010/main" val="223652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037A-8B8B-855A-F67D-4A17CF89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BC1CF5-381D-0B8A-1A43-96EE35E46902}"/>
              </a:ext>
            </a:extLst>
          </p:cNvPr>
          <p:cNvSpPr txBox="1"/>
          <p:nvPr/>
        </p:nvSpPr>
        <p:spPr>
          <a:xfrm>
            <a:off x="813916" y="120470"/>
            <a:ext cx="85034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PAT (Port Address Translation) or Overloading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private IP addresses are mapped to </a:t>
            </a:r>
            <a:r>
              <a:rPr lang="en-US" b="1" dirty="0"/>
              <a:t>a single public IP</a:t>
            </a:r>
            <a:r>
              <a:rPr lang="en-US" dirty="0"/>
              <a:t> but with </a:t>
            </a:r>
            <a:r>
              <a:rPr lang="en-US" b="1" dirty="0"/>
              <a:t>different port numbers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common type of NAT used in homes and offices.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r>
              <a:rPr lang="en-US" dirty="0"/>
              <a:t>192.168.1.2:1050 → 117.203.15.10:5001</a:t>
            </a:r>
          </a:p>
          <a:p>
            <a:pPr>
              <a:buNone/>
            </a:pPr>
            <a:r>
              <a:rPr lang="en-US" dirty="0"/>
              <a:t>192.168.1.3:1060 → 117.203.15.10:5002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Here, the </a:t>
            </a:r>
            <a:r>
              <a:rPr lang="en-US" b="1" dirty="0"/>
              <a:t>port numbers</a:t>
            </a:r>
            <a:r>
              <a:rPr lang="en-US" dirty="0"/>
              <a:t> are used to distinguish different internal devices.</a:t>
            </a:r>
          </a:p>
          <a:p>
            <a:endParaRPr lang="en-US" dirty="0"/>
          </a:p>
          <a:p>
            <a:r>
              <a:rPr lang="en-IN" b="1" dirty="0"/>
              <a:t>NAT Table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69D755-25ED-4811-9731-0289D570F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481071"/>
              </p:ext>
            </p:extLst>
          </p:nvPr>
        </p:nvGraphicFramePr>
        <p:xfrm>
          <a:off x="813916" y="4001756"/>
          <a:ext cx="874206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00589">
                  <a:extLst>
                    <a:ext uri="{9D8B030D-6E8A-4147-A177-3AD203B41FA5}">
                      <a16:colId xmlns:a16="http://schemas.microsoft.com/office/drawing/2014/main" val="4240898221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4007152305"/>
                    </a:ext>
                  </a:extLst>
                </a:gridCol>
                <a:gridCol w="4059534">
                  <a:extLst>
                    <a:ext uri="{9D8B030D-6E8A-4147-A177-3AD203B41FA5}">
                      <a16:colId xmlns:a16="http://schemas.microsoft.com/office/drawing/2014/main" val="363987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Private IP &amp;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Public IP &amp;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Destination 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42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192.168.1.2:1050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117.203.15.10:5001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142.250.182.4 (Google)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312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192.168.1.3:1060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117.203.15.10:5002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157.240.1.35 (Facebook)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904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2863-2331-FB14-8D62-EC53305E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02124F-2CF8-5BDA-7F43-14FD2A2C2E6F}"/>
              </a:ext>
            </a:extLst>
          </p:cNvPr>
          <p:cNvSpPr txBox="1"/>
          <p:nvPr/>
        </p:nvSpPr>
        <p:spPr>
          <a:xfrm>
            <a:off x="743578" y="95859"/>
            <a:ext cx="829240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 of NAT: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1. Saves public IP addresses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private hosts can share one or few public IPs.</a:t>
            </a:r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2. Improves security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Hides internal IP addresses from the outside world.</a:t>
            </a:r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3. Provides network flexibility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networks can use any IP range without affecting others.</a:t>
            </a:r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4. Easy to modify internal network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addressing can be changed without impacting external communication.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Disadvantages of NAT: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❌ </a:t>
            </a:r>
            <a:r>
              <a:rPr lang="en-US" b="1" dirty="0"/>
              <a:t>1. Slows down communication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 requires translation for every packet, which adds processing delay.</a:t>
            </a:r>
          </a:p>
          <a:p>
            <a:pPr>
              <a:buNone/>
            </a:pPr>
            <a:r>
              <a:rPr lang="en-US" dirty="0"/>
              <a:t>❌ </a:t>
            </a:r>
            <a:r>
              <a:rPr lang="en-US" b="1" dirty="0"/>
              <a:t>2. End-to-end communication issues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protocols (like VoIP or FTP) may face problems because NAT modifies packet headers.</a:t>
            </a:r>
          </a:p>
          <a:p>
            <a:pPr>
              <a:buNone/>
            </a:pPr>
            <a:r>
              <a:rPr lang="en-US" dirty="0"/>
              <a:t>❌ </a:t>
            </a:r>
            <a:r>
              <a:rPr lang="en-US" b="1" dirty="0"/>
              <a:t>3. Traceability problem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trace which internal device made a specific connection.</a:t>
            </a:r>
          </a:p>
          <a:p>
            <a:pPr>
              <a:buNone/>
            </a:pPr>
            <a:r>
              <a:rPr lang="en-US" dirty="0"/>
              <a:t>❌ </a:t>
            </a:r>
            <a:r>
              <a:rPr lang="en-US" b="1" dirty="0"/>
              <a:t>4. Not suitable for some real-time applications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Applications needing a constant end-to-end connection may fail.</a:t>
            </a:r>
          </a:p>
        </p:txBody>
      </p:sp>
    </p:spTree>
    <p:extLst>
      <p:ext uri="{BB962C8B-B14F-4D97-AF65-F5344CB8AC3E}">
        <p14:creationId xmlns:p14="http://schemas.microsoft.com/office/powerpoint/2010/main" val="1424843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C10F-5270-2374-2186-44CC73E8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3CF79-D0A1-BE51-725B-DBC3BBABE165}"/>
              </a:ext>
            </a:extLst>
          </p:cNvPr>
          <p:cNvSpPr txBox="1"/>
          <p:nvPr/>
        </p:nvSpPr>
        <p:spPr>
          <a:xfrm>
            <a:off x="803869" y="124826"/>
            <a:ext cx="85938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Applications / Uses of NAT: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home routers</a:t>
            </a:r>
            <a:r>
              <a:rPr lang="en-US" dirty="0"/>
              <a:t> to share a single Internet connection.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</a:t>
            </a:r>
            <a:r>
              <a:rPr lang="en-US" b="1" dirty="0"/>
              <a:t>companies and ISPs</a:t>
            </a:r>
            <a:r>
              <a:rPr lang="en-US" dirty="0"/>
              <a:t> to reduce the number of public IP addresses.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</a:t>
            </a:r>
            <a:r>
              <a:rPr lang="en-US" b="1" dirty="0"/>
              <a:t>migrating from IPv4 to IPv6</a:t>
            </a:r>
            <a:r>
              <a:rPr lang="en-US" dirty="0"/>
              <a:t> by temporarily conserving IPv4 space.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Diagram (Text Description):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A25A3-E0C5-D40A-AEB3-15C3B51F49DA}"/>
              </a:ext>
            </a:extLst>
          </p:cNvPr>
          <p:cNvSpPr txBox="1"/>
          <p:nvPr/>
        </p:nvSpPr>
        <p:spPr>
          <a:xfrm>
            <a:off x="803869" y="2323237"/>
            <a:ext cx="84230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Private Network                 Public Network (Internet)</a:t>
            </a:r>
          </a:p>
          <a:p>
            <a:r>
              <a:rPr lang="en-IN" dirty="0"/>
              <a:t>-------------------------------------------------------------</a:t>
            </a:r>
          </a:p>
          <a:p>
            <a:r>
              <a:rPr lang="en-IN" dirty="0"/>
              <a:t>192.168.1.2 ----&gt;               [NAT Router] ----&gt; 117.203.15.10 ----&gt; Internet</a:t>
            </a:r>
          </a:p>
          <a:p>
            <a:r>
              <a:rPr lang="en-IN" dirty="0"/>
              <a:t>192.168.1.3 ----&gt;                (Translates addresses)</a:t>
            </a:r>
          </a:p>
          <a:p>
            <a:r>
              <a:rPr lang="en-IN" dirty="0"/>
              <a:t>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576516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BE4F-281B-0EE6-4C75-C2C48D3B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0EDB06-C550-60E2-2535-42BFBEAD58E8}"/>
              </a:ext>
            </a:extLst>
          </p:cNvPr>
          <p:cNvSpPr txBox="1"/>
          <p:nvPr/>
        </p:nvSpPr>
        <p:spPr>
          <a:xfrm>
            <a:off x="803868" y="171551"/>
            <a:ext cx="84732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3.5 Internet Protocol Version 4 (IPv4)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Introduction: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IPv4 (Internet Protocol version 4)</a:t>
            </a:r>
            <a:r>
              <a:rPr lang="en-IN" dirty="0"/>
              <a:t> is a </a:t>
            </a:r>
            <a:r>
              <a:rPr lang="en-IN" b="1" dirty="0"/>
              <a:t>network layer protocol</a:t>
            </a:r>
            <a:r>
              <a:rPr lang="en-IN" dirty="0"/>
              <a:t> used to deliver </a:t>
            </a:r>
            <a:r>
              <a:rPr lang="en-IN" b="1" dirty="0"/>
              <a:t>packets (datagrams)</a:t>
            </a:r>
            <a:r>
              <a:rPr lang="en-IN" dirty="0"/>
              <a:t> from the source to the destination across interconnected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is a </a:t>
            </a:r>
            <a:r>
              <a:rPr lang="en-IN" b="1" dirty="0"/>
              <a:t>connectionless and unreliable protocol</a:t>
            </a:r>
            <a:r>
              <a:rPr lang="en-IN" dirty="0"/>
              <a:t> — meaning it doesn’t guarantee delivery, order, or error-free transmission (these are handled by upper layers like TCP).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b="1" dirty="0"/>
              <a:t>3.5.1 Datagrams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endParaRPr lang="en-US" b="1" dirty="0"/>
          </a:p>
          <a:p>
            <a:r>
              <a:rPr lang="en-US" dirty="0"/>
              <a:t>An </a:t>
            </a:r>
            <a:r>
              <a:rPr lang="en-US" b="1" dirty="0"/>
              <a:t>IPv4 datagram</a:t>
            </a:r>
            <a:r>
              <a:rPr lang="en-US" dirty="0"/>
              <a:t> is the </a:t>
            </a:r>
            <a:r>
              <a:rPr lang="en-US" b="1" dirty="0"/>
              <a:t>basic unit of data</a:t>
            </a:r>
            <a:r>
              <a:rPr lang="en-US" dirty="0"/>
              <a:t> transferred in the Internet Protocol.</a:t>
            </a:r>
            <a:br>
              <a:rPr lang="en-US" dirty="0"/>
            </a:br>
            <a:r>
              <a:rPr lang="en-US" dirty="0"/>
              <a:t>Each datagram is made up of a </a:t>
            </a:r>
            <a:r>
              <a:rPr lang="en-US" b="1" dirty="0"/>
              <a:t>header</a:t>
            </a:r>
            <a:r>
              <a:rPr lang="en-US" dirty="0"/>
              <a:t> and </a:t>
            </a:r>
            <a:r>
              <a:rPr lang="en-US" b="1" dirty="0"/>
              <a:t>data (payload)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130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5398-1076-D257-0E12-DAD79C47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12C4A9-5BFF-BDCD-CC3B-BAF7AFB3D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631660"/>
              </p:ext>
            </p:extLst>
          </p:nvPr>
        </p:nvGraphicFramePr>
        <p:xfrm>
          <a:off x="703384" y="138166"/>
          <a:ext cx="9073662" cy="6604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5475">
                  <a:extLst>
                    <a:ext uri="{9D8B030D-6E8A-4147-A177-3AD203B41FA5}">
                      <a16:colId xmlns:a16="http://schemas.microsoft.com/office/drawing/2014/main" val="3878986020"/>
                    </a:ext>
                  </a:extLst>
                </a:gridCol>
                <a:gridCol w="4928187">
                  <a:extLst>
                    <a:ext uri="{9D8B030D-6E8A-4147-A177-3AD203B41FA5}">
                      <a16:colId xmlns:a16="http://schemas.microsoft.com/office/drawing/2014/main" val="3914105978"/>
                    </a:ext>
                  </a:extLst>
                </a:gridCol>
              </a:tblGrid>
              <a:tr h="36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20435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Version (4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Specifies IP version (value = 4).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003544"/>
                  </a:ext>
                </a:extLst>
              </a:tr>
              <a:tr h="628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Header Length (4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Length of IP header (usually 20 bytes).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295965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 of Service (8 bits)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priority/quality of service.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11979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Total Length (16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Entire datagram size (header + data).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046255"/>
                  </a:ext>
                </a:extLst>
              </a:tr>
              <a:tr h="628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Identification, Flags, Fragment Offset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for fragmentation/reassembly.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057112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 to Live (TTL)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Limits datagram lifetime.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687390"/>
                  </a:ext>
                </a:extLst>
              </a:tr>
              <a:tr h="628589">
                <a:tc>
                  <a:txBody>
                    <a:bodyPr/>
                    <a:lstStyle/>
                    <a:p>
                      <a:r>
                        <a:rPr lang="en-IN" b="1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Indicates upper layer (e.g., TCP = 6, UDP = 17).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577632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Header Checksum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Error checking of header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151570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Source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32-bit IP address of sender.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8759131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Destination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32-bit IP address of receiver.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662728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Options (optional)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Additional control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367117"/>
                  </a:ext>
                </a:extLst>
              </a:tr>
              <a:tr h="480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 actual payload (message).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4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328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B1C7-CA5E-6ED3-0CE9-DA9D54C8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ED467-F83C-66CF-EB48-37ED2690CFBC}"/>
              </a:ext>
            </a:extLst>
          </p:cNvPr>
          <p:cNvSpPr txBox="1"/>
          <p:nvPr/>
        </p:nvSpPr>
        <p:spPr>
          <a:xfrm>
            <a:off x="854110" y="73245"/>
            <a:ext cx="85034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3.5.2 Fragmentation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Fragmentation occurs when a datagram is too large for the network’s </a:t>
            </a:r>
            <a:r>
              <a:rPr lang="en-US" b="1" dirty="0"/>
              <a:t>Maximum Transfer Unit (MTU)</a:t>
            </a:r>
            <a:r>
              <a:rPr lang="en-US" dirty="0"/>
              <a:t> — the largest packet size that can be sent without fragmentation.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Fragmentation Happens:</a:t>
            </a:r>
          </a:p>
          <a:p>
            <a:br>
              <a:rPr lang="en-US" dirty="0"/>
            </a:br>
            <a:r>
              <a:rPr lang="en-US" dirty="0"/>
              <a:t>Different networks have different MTU sizes (e.g., Ethernet = 1500 bytes). If a packet exceeds MTU, it must be divided into smaller fragments.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Fields Related to Fragmentation: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9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6618-669E-B11B-C383-B4DDC285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D0AE17-961C-65FF-511C-29FF99CA3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076251"/>
              </p:ext>
            </p:extLst>
          </p:nvPr>
        </p:nvGraphicFramePr>
        <p:xfrm>
          <a:off x="911189" y="133190"/>
          <a:ext cx="8494067" cy="3295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4037">
                  <a:extLst>
                    <a:ext uri="{9D8B030D-6E8A-4147-A177-3AD203B41FA5}">
                      <a16:colId xmlns:a16="http://schemas.microsoft.com/office/drawing/2014/main" val="3991331002"/>
                    </a:ext>
                  </a:extLst>
                </a:gridCol>
                <a:gridCol w="6380030">
                  <a:extLst>
                    <a:ext uri="{9D8B030D-6E8A-4147-A177-3AD203B41FA5}">
                      <a16:colId xmlns:a16="http://schemas.microsoft.com/office/drawing/2014/main" val="3823734477"/>
                    </a:ext>
                  </a:extLst>
                </a:gridCol>
              </a:tblGrid>
              <a:tr h="514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829282"/>
                  </a:ext>
                </a:extLst>
              </a:tr>
              <a:tr h="864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Identification (16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Unique number assigned to each original datagram so fragments can be reassembled.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70587"/>
                  </a:ext>
                </a:extLst>
              </a:tr>
              <a:tr h="728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Flags (3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 fragmentation: </a:t>
                      </a:r>
                      <a:br>
                        <a:rPr lang="en-IN" dirty="0"/>
                      </a:br>
                      <a:r>
                        <a:rPr lang="en-IN" dirty="0"/>
                        <a:t>- </a:t>
                      </a:r>
                      <a:r>
                        <a:rPr lang="en-IN" b="1" dirty="0"/>
                        <a:t>Bit 0:</a:t>
                      </a:r>
                      <a:r>
                        <a:rPr lang="en-IN" dirty="0"/>
                        <a:t> Reserved (0) </a:t>
                      </a:r>
                      <a:br>
                        <a:rPr lang="en-IN" dirty="0"/>
                      </a:br>
                      <a:r>
                        <a:rPr lang="en-IN" dirty="0"/>
                        <a:t>- </a:t>
                      </a:r>
                      <a:r>
                        <a:rPr lang="en-IN" b="1" dirty="0"/>
                        <a:t>Bit 1:</a:t>
                      </a:r>
                      <a:r>
                        <a:rPr lang="en-IN" dirty="0"/>
                        <a:t> Don’t Fragment (DF) </a:t>
                      </a:r>
                      <a:br>
                        <a:rPr lang="en-IN" dirty="0"/>
                      </a:br>
                      <a:r>
                        <a:rPr lang="en-IN" dirty="0"/>
                        <a:t>- </a:t>
                      </a:r>
                      <a:r>
                        <a:rPr lang="en-IN" b="1" dirty="0"/>
                        <a:t>Bit 2:</a:t>
                      </a:r>
                      <a:r>
                        <a:rPr lang="en-IN" dirty="0"/>
                        <a:t> More Fragments (MF).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74485"/>
                  </a:ext>
                </a:extLst>
              </a:tr>
              <a:tr h="728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Fragment Offset (13 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Indicates position of the fragment in the original datagram (measured in 8-byte units).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3964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548BA8-C80D-01BF-79CE-9ADE7B48F2FA}"/>
              </a:ext>
            </a:extLst>
          </p:cNvPr>
          <p:cNvSpPr txBox="1"/>
          <p:nvPr/>
        </p:nvSpPr>
        <p:spPr>
          <a:xfrm>
            <a:off x="771210" y="3856280"/>
            <a:ext cx="88752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Reassembly: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Performed only at the destination.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Fragments are combined using </a:t>
            </a:r>
            <a:r>
              <a:rPr lang="en-US" b="1" dirty="0"/>
              <a:t>Identification</a:t>
            </a:r>
            <a:r>
              <a:rPr lang="en-US" dirty="0"/>
              <a:t> and </a:t>
            </a:r>
            <a:r>
              <a:rPr lang="en-US" b="1" dirty="0"/>
              <a:t>Fragment Offset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2663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A7AE-5279-1715-4632-D8CAB1A8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D02873-871B-EDA6-ADE4-1F945069DE5B}"/>
              </a:ext>
            </a:extLst>
          </p:cNvPr>
          <p:cNvSpPr txBox="1"/>
          <p:nvPr/>
        </p:nvSpPr>
        <p:spPr>
          <a:xfrm>
            <a:off x="844062" y="180761"/>
            <a:ext cx="8513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3.5.3 Options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</a:p>
          <a:p>
            <a:br>
              <a:rPr lang="en-US" dirty="0"/>
            </a:br>
            <a:r>
              <a:rPr lang="en-US" dirty="0"/>
              <a:t>IPv4 options provide additional features not covered by the standard header fields.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Format: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07749D-4B87-102F-9A74-038A42513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27566"/>
              </p:ext>
            </p:extLst>
          </p:nvPr>
        </p:nvGraphicFramePr>
        <p:xfrm>
          <a:off x="844062" y="2687320"/>
          <a:ext cx="8128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3925">
                  <a:extLst>
                    <a:ext uri="{9D8B030D-6E8A-4147-A177-3AD203B41FA5}">
                      <a16:colId xmlns:a16="http://schemas.microsoft.com/office/drawing/2014/main" val="2961946797"/>
                    </a:ext>
                  </a:extLst>
                </a:gridCol>
                <a:gridCol w="5234075">
                  <a:extLst>
                    <a:ext uri="{9D8B030D-6E8A-4147-A177-3AD203B41FA5}">
                      <a16:colId xmlns:a16="http://schemas.microsoft.com/office/drawing/2014/main" val="1524947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25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 Type (1 byte)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Indicates kind of option.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3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 Length (1 byte)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 length of the option.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0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Option Data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actual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524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A74C6C-BBE1-5717-0538-0EB325D55681}"/>
              </a:ext>
            </a:extLst>
          </p:cNvPr>
          <p:cNvSpPr txBox="1"/>
          <p:nvPr/>
        </p:nvSpPr>
        <p:spPr>
          <a:xfrm>
            <a:off x="761161" y="4503729"/>
            <a:ext cx="87043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Types of Options: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Record Route:</a:t>
            </a:r>
            <a:r>
              <a:rPr lang="en-US" dirty="0"/>
              <a:t> Stores the route a packet takes.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Timestamp:</a:t>
            </a:r>
            <a:r>
              <a:rPr lang="en-US" dirty="0"/>
              <a:t> Records the time at each hop.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Source Routing:</a:t>
            </a:r>
            <a:r>
              <a:rPr lang="en-US" dirty="0"/>
              <a:t> Specifies the path to be followed.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Security:</a:t>
            </a:r>
            <a:r>
              <a:rPr lang="en-US" dirty="0"/>
              <a:t> Used for classified information (military/government).</a:t>
            </a:r>
          </a:p>
        </p:txBody>
      </p:sp>
    </p:spTree>
    <p:extLst>
      <p:ext uri="{BB962C8B-B14F-4D97-AF65-F5344CB8AC3E}">
        <p14:creationId xmlns:p14="http://schemas.microsoft.com/office/powerpoint/2010/main" val="1537030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3038-4221-EA2F-B252-8010E63D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ADD7F5-4B09-388D-4F7C-C041809E473E}"/>
              </a:ext>
            </a:extLst>
          </p:cNvPr>
          <p:cNvSpPr txBox="1"/>
          <p:nvPr/>
        </p:nvSpPr>
        <p:spPr>
          <a:xfrm>
            <a:off x="844061" y="130858"/>
            <a:ext cx="84029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3.5.4 Checksum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</a:p>
          <a:p>
            <a:br>
              <a:rPr lang="en-US" dirty="0"/>
            </a:br>
            <a:r>
              <a:rPr lang="en-US" dirty="0"/>
              <a:t>Used for detecting errors in the </a:t>
            </a:r>
            <a:r>
              <a:rPr lang="en-US" b="1" dirty="0"/>
              <a:t>IPv4 header only</a:t>
            </a:r>
            <a:r>
              <a:rPr lang="en-US" dirty="0"/>
              <a:t> (not data).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Calculation at Sender: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header is divided into 16-bit words.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words are added using one’s complement arithmetic.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one’s complement of the sum is placed in the checksum field.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 Receiver: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Receiver performs the same sum including the checksum field.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result is </a:t>
            </a:r>
            <a:r>
              <a:rPr lang="en-US" b="1" dirty="0"/>
              <a:t>all 1s (i.e., 0xFFFF)</a:t>
            </a:r>
            <a:r>
              <a:rPr lang="en-US" dirty="0"/>
              <a:t> → no error.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Otherwise, the header is considered corrupted, and the packet is discarded.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Note:</a:t>
            </a:r>
            <a:br>
              <a:rPr lang="en-US" dirty="0"/>
            </a:br>
            <a:r>
              <a:rPr lang="en-US" dirty="0"/>
              <a:t>Each router along the path </a:t>
            </a:r>
            <a:r>
              <a:rPr lang="en-US" b="1" dirty="0"/>
              <a:t>recomputes</a:t>
            </a:r>
            <a:r>
              <a:rPr lang="en-US" dirty="0"/>
              <a:t> the checksum because some fields (like TTL) change.</a:t>
            </a:r>
          </a:p>
        </p:txBody>
      </p:sp>
    </p:spTree>
    <p:extLst>
      <p:ext uri="{BB962C8B-B14F-4D97-AF65-F5344CB8AC3E}">
        <p14:creationId xmlns:p14="http://schemas.microsoft.com/office/powerpoint/2010/main" val="4173623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DFBC-BC38-9D22-E73E-7C2B88C1D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8281A0-BF83-634F-FA47-A0BCAA69F919}"/>
              </a:ext>
            </a:extLst>
          </p:cNvPr>
          <p:cNvSpPr txBox="1"/>
          <p:nvPr/>
        </p:nvSpPr>
        <p:spPr>
          <a:xfrm>
            <a:off x="803868" y="129181"/>
            <a:ext cx="861394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3.6 Internet Protocol Version 6 (IPv6)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Introduction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IPv6</a:t>
            </a:r>
            <a:r>
              <a:rPr lang="en-US" dirty="0"/>
              <a:t> (Internet Protocol version 6) is the </a:t>
            </a:r>
            <a:r>
              <a:rPr lang="en-US" b="1" dirty="0"/>
              <a:t>successor of IPv4</a:t>
            </a:r>
            <a:r>
              <a:rPr lang="en-US" dirty="0"/>
              <a:t>, developed by the IETF to overcome the limitations of IPv4 such as </a:t>
            </a:r>
            <a:r>
              <a:rPr lang="en-US" b="1" dirty="0"/>
              <a:t>address exhaustion</a:t>
            </a:r>
            <a:r>
              <a:rPr lang="en-US" dirty="0"/>
              <a:t>, </a:t>
            </a:r>
            <a:r>
              <a:rPr lang="en-US" b="1" dirty="0"/>
              <a:t>limited security</a:t>
            </a:r>
            <a:r>
              <a:rPr lang="en-US" dirty="0"/>
              <a:t>, and </a:t>
            </a:r>
            <a:r>
              <a:rPr lang="en-US" b="1" dirty="0"/>
              <a:t>network performance issues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uses </a:t>
            </a:r>
            <a:r>
              <a:rPr lang="en-US" b="1" dirty="0"/>
              <a:t>128-bit addresses</a:t>
            </a:r>
            <a:r>
              <a:rPr lang="en-US" dirty="0"/>
              <a:t>, allowing a </a:t>
            </a:r>
            <a:r>
              <a:rPr lang="en-US" b="1" dirty="0"/>
              <a:t>much larger number of unique IP addresses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provides improved </a:t>
            </a:r>
            <a:r>
              <a:rPr lang="en-US" b="1" dirty="0"/>
              <a:t>routing, security, and efficiency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3.6.1 IPv6 Addressing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Address Size.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IPv6 uses </a:t>
            </a:r>
            <a:r>
              <a:rPr lang="en-US" b="1" dirty="0"/>
              <a:t>128 bits</a:t>
            </a:r>
            <a:r>
              <a:rPr lang="en-US" dirty="0"/>
              <a:t> (16 bytes) for addressing.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Written in </a:t>
            </a:r>
            <a:r>
              <a:rPr lang="en-US" b="1" dirty="0"/>
              <a:t>hexadecimal</a:t>
            </a:r>
            <a:r>
              <a:rPr lang="en-US" dirty="0"/>
              <a:t> and separated by </a:t>
            </a:r>
            <a:r>
              <a:rPr lang="en-US" b="1" dirty="0"/>
              <a:t>colons (:)</a:t>
            </a:r>
            <a:r>
              <a:rPr lang="en-US" dirty="0"/>
              <a:t>.</a:t>
            </a:r>
          </a:p>
          <a:p>
            <a:br>
              <a:rPr lang="en-US" b="1" dirty="0"/>
            </a:br>
            <a:r>
              <a:rPr lang="en-US" b="1" dirty="0"/>
              <a:t>Example:</a:t>
            </a:r>
          </a:p>
          <a:p>
            <a:r>
              <a:rPr lang="en-US" dirty="0"/>
              <a:t>2001:0db8:0000:0000:0000:ff00:0042:8329</a:t>
            </a:r>
          </a:p>
          <a:p>
            <a:endParaRPr lang="en-US" dirty="0"/>
          </a:p>
          <a:p>
            <a:r>
              <a:rPr lang="en-IN" b="1" dirty="0"/>
              <a:t>Can be shortened as:</a:t>
            </a:r>
          </a:p>
          <a:p>
            <a:r>
              <a:rPr lang="en-US" dirty="0"/>
              <a:t>2001:db8::ff00:42:8329</a:t>
            </a:r>
          </a:p>
        </p:txBody>
      </p:sp>
    </p:spTree>
    <p:extLst>
      <p:ext uri="{BB962C8B-B14F-4D97-AF65-F5344CB8AC3E}">
        <p14:creationId xmlns:p14="http://schemas.microsoft.com/office/powerpoint/2010/main" val="3288138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C77A-6693-AF08-822B-1BFEEAA6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6E6A55-B543-E44B-DD5B-49919B8161F7}"/>
              </a:ext>
            </a:extLst>
          </p:cNvPr>
          <p:cNvSpPr txBox="1"/>
          <p:nvPr/>
        </p:nvSpPr>
        <p:spPr>
          <a:xfrm>
            <a:off x="871695" y="71566"/>
            <a:ext cx="8402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Address Types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F01F9D-32ED-1C06-214C-D88DC5953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874187"/>
              </p:ext>
            </p:extLst>
          </p:nvPr>
        </p:nvGraphicFramePr>
        <p:xfrm>
          <a:off x="871694" y="599086"/>
          <a:ext cx="8835013" cy="23230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3522">
                  <a:extLst>
                    <a:ext uri="{9D8B030D-6E8A-4147-A177-3AD203B41FA5}">
                      <a16:colId xmlns:a16="http://schemas.microsoft.com/office/drawing/2014/main" val="2324051769"/>
                    </a:ext>
                  </a:extLst>
                </a:gridCol>
                <a:gridCol w="6691491">
                  <a:extLst>
                    <a:ext uri="{9D8B030D-6E8A-4147-A177-3AD203B41FA5}">
                      <a16:colId xmlns:a16="http://schemas.microsoft.com/office/drawing/2014/main" val="3878223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17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Unicast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Identifies a single interface (one-to-one communication).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013782"/>
                  </a:ext>
                </a:extLst>
              </a:tr>
              <a:tr h="570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Multicast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Identifies a group of interfaces (one-to-many communication).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Anycast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Identifies a group of interfaces, but delivers to the nearest one (one-to-nearest communication).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465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Broadcast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Not present in IPv6</a:t>
                      </a:r>
                      <a:r>
                        <a:rPr lang="en-US" dirty="0"/>
                        <a:t> (replaced by multicast).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8262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D268AE-5985-0C31-92F7-F21D987B9A83}"/>
              </a:ext>
            </a:extLst>
          </p:cNvPr>
          <p:cNvSpPr txBox="1"/>
          <p:nvPr/>
        </p:nvSpPr>
        <p:spPr>
          <a:xfrm>
            <a:off x="871693" y="3080360"/>
            <a:ext cx="88350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IPv6 Address Notation Rules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Leading zeros in each 16-bit block can be </a:t>
            </a:r>
            <a:r>
              <a:rPr lang="en-US" b="1" dirty="0"/>
              <a:t>omitted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</a:rPr>
              <a:t>2001:0db8::1</a:t>
            </a:r>
            <a:r>
              <a:rPr lang="en-US" dirty="0"/>
              <a:t> instead of </a:t>
            </a:r>
            <a:r>
              <a:rPr lang="en-US" dirty="0">
                <a:latin typeface="Courier New" panose="02070309020205020404" pitchFamily="49" charset="0"/>
              </a:rPr>
              <a:t>2001:0db8:0000:0000:0000:0000:0000:0001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Consecutive blocks of zeros can be replaced with </a:t>
            </a:r>
            <a:r>
              <a:rPr lang="en-US" b="1" dirty="0"/>
              <a:t>::</a:t>
            </a:r>
            <a:r>
              <a:rPr lang="en-US" dirty="0"/>
              <a:t> (double colon</a:t>
            </a:r>
          </a:p>
        </p:txBody>
      </p:sp>
    </p:spTree>
    <p:extLst>
      <p:ext uri="{BB962C8B-B14F-4D97-AF65-F5344CB8AC3E}">
        <p14:creationId xmlns:p14="http://schemas.microsoft.com/office/powerpoint/2010/main" val="34959727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4D5DB-A141-99F1-E7BB-C67D351B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F5241A-565C-174C-BAFF-7A91A97B014C}"/>
              </a:ext>
            </a:extLst>
          </p:cNvPr>
          <p:cNvSpPr txBox="1"/>
          <p:nvPr/>
        </p:nvSpPr>
        <p:spPr>
          <a:xfrm>
            <a:off x="844061" y="158486"/>
            <a:ext cx="8634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3.6.2 IPv6 Protocol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IPv6 Header Format</a:t>
            </a:r>
          </a:p>
          <a:p>
            <a:pPr>
              <a:buNone/>
            </a:pPr>
            <a:r>
              <a:rPr lang="en-US" dirty="0"/>
              <a:t>IPv6 header is </a:t>
            </a:r>
            <a:r>
              <a:rPr lang="en-US" b="1" dirty="0"/>
              <a:t>simpler and fixed in size (40 bytes)</a:t>
            </a:r>
            <a:r>
              <a:rPr lang="en-US" dirty="0"/>
              <a:t> compared to IPv4.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13063D-19BB-A8D0-7429-A04A190B5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086677"/>
              </p:ext>
            </p:extLst>
          </p:nvPr>
        </p:nvGraphicFramePr>
        <p:xfrm>
          <a:off x="602900" y="1463244"/>
          <a:ext cx="9294725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1244">
                  <a:extLst>
                    <a:ext uri="{9D8B030D-6E8A-4147-A177-3AD203B41FA5}">
                      <a16:colId xmlns:a16="http://schemas.microsoft.com/office/drawing/2014/main" val="3275408116"/>
                    </a:ext>
                  </a:extLst>
                </a:gridCol>
                <a:gridCol w="1316671">
                  <a:extLst>
                    <a:ext uri="{9D8B030D-6E8A-4147-A177-3AD203B41FA5}">
                      <a16:colId xmlns:a16="http://schemas.microsoft.com/office/drawing/2014/main" val="2208141410"/>
                    </a:ext>
                  </a:extLst>
                </a:gridCol>
                <a:gridCol w="5656810">
                  <a:extLst>
                    <a:ext uri="{9D8B030D-6E8A-4147-A177-3AD203B41FA5}">
                      <a16:colId xmlns:a16="http://schemas.microsoft.com/office/drawing/2014/main" val="3632523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Field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Size (bits)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66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Version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Always 6 for IPv6.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392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Traffic Class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Used for priority or QoS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71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Flow Label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Identifies packets belonging to the same 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02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Payload Length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Size of data (excluding header).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8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Next Header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Indicates next protocol (TCP, UDP, ICMPv6,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69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Hop Limit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Similar to TTL in IPv4; decremented by each router.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2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Source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IPv6 address of sender.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581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Destination 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IPv6 address of receiver.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7618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FB9AF2-D44E-03BF-4FCF-92200208169C}"/>
              </a:ext>
            </a:extLst>
          </p:cNvPr>
          <p:cNvSpPr txBox="1"/>
          <p:nvPr/>
        </p:nvSpPr>
        <p:spPr>
          <a:xfrm>
            <a:off x="602899" y="4977340"/>
            <a:ext cx="937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Note:</a:t>
            </a:r>
            <a:r>
              <a:rPr lang="en-US" dirty="0"/>
              <a:t> No checksum field in IPv6 header (error checking is handled by upper layers).</a:t>
            </a:r>
          </a:p>
        </p:txBody>
      </p:sp>
    </p:spTree>
    <p:extLst>
      <p:ext uri="{BB962C8B-B14F-4D97-AF65-F5344CB8AC3E}">
        <p14:creationId xmlns:p14="http://schemas.microsoft.com/office/powerpoint/2010/main" val="2489442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777C-1E53-DEF9-BA6E-D732F0F8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5A4F28-E82B-9D25-CE88-C88ED8BA6D85}"/>
              </a:ext>
            </a:extLst>
          </p:cNvPr>
          <p:cNvSpPr txBox="1"/>
          <p:nvPr/>
        </p:nvSpPr>
        <p:spPr>
          <a:xfrm>
            <a:off x="813916" y="99035"/>
            <a:ext cx="861394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Extension Headers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IPv6 uses </a:t>
            </a:r>
            <a:r>
              <a:rPr lang="en-US" b="1" dirty="0"/>
              <a:t>extension headers</a:t>
            </a:r>
            <a:r>
              <a:rPr lang="en-US" dirty="0"/>
              <a:t> for optional information instead of options in IPv4.</a:t>
            </a:r>
            <a:br>
              <a:rPr lang="en-US" dirty="0"/>
            </a:br>
            <a:r>
              <a:rPr lang="en-US" dirty="0"/>
              <a:t>Common extension headers include: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Hop-by-Hop Options</a:t>
            </a:r>
            <a:r>
              <a:rPr lang="en-US" dirty="0"/>
              <a:t> – Info processed by every router.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Routing Header</a:t>
            </a:r>
            <a:r>
              <a:rPr lang="en-US" dirty="0"/>
              <a:t> – Specifies intermediate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Fragment Header</a:t>
            </a:r>
            <a:r>
              <a:rPr lang="en-US" dirty="0"/>
              <a:t> – Used for packet fragmentation.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Destination Options</a:t>
            </a:r>
            <a:r>
              <a:rPr lang="en-US" dirty="0"/>
              <a:t> – Info for destination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Authentication / ESP</a:t>
            </a:r>
            <a:r>
              <a:rPr lang="en-US" dirty="0"/>
              <a:t> – For security (IPSec).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 Key Features of IPv6</a:t>
            </a:r>
          </a:p>
          <a:p>
            <a:endParaRPr lang="en-US" b="1" dirty="0"/>
          </a:p>
          <a:p>
            <a:r>
              <a:rPr lang="en-US" b="1" dirty="0"/>
              <a:t>1.Huge Address Space</a:t>
            </a:r>
            <a:r>
              <a:rPr lang="en-US" dirty="0"/>
              <a:t> – 2¹²⁸ addresses.</a:t>
            </a:r>
          </a:p>
          <a:p>
            <a:r>
              <a:rPr lang="en-US" b="1" dirty="0"/>
              <a:t>2.Simplified Header</a:t>
            </a:r>
            <a:r>
              <a:rPr lang="en-US" dirty="0"/>
              <a:t> – Fixed 40-byte header improves speed.</a:t>
            </a:r>
          </a:p>
          <a:p>
            <a:r>
              <a:rPr lang="en-US" b="1" dirty="0"/>
              <a:t>3.No NAT Required</a:t>
            </a:r>
            <a:r>
              <a:rPr lang="en-US" dirty="0"/>
              <a:t> – Every device can have a unique IP.</a:t>
            </a:r>
          </a:p>
          <a:p>
            <a:r>
              <a:rPr lang="en-US" b="1" dirty="0"/>
              <a:t>4.Auto-Configuration</a:t>
            </a:r>
            <a:r>
              <a:rPr lang="en-US" dirty="0"/>
              <a:t> – Supports </a:t>
            </a:r>
            <a:r>
              <a:rPr lang="en-US" i="1" dirty="0"/>
              <a:t>Stateless Address Auto-configuration (SLAAC)</a:t>
            </a:r>
            <a:r>
              <a:rPr lang="en-US" dirty="0"/>
              <a:t>.</a:t>
            </a:r>
          </a:p>
          <a:p>
            <a:r>
              <a:rPr lang="en-US" b="1" dirty="0"/>
              <a:t>5.Better Security</a:t>
            </a:r>
            <a:r>
              <a:rPr lang="en-US" dirty="0"/>
              <a:t> – Built-in </a:t>
            </a:r>
            <a:r>
              <a:rPr lang="en-US" b="1" dirty="0"/>
              <a:t>IPSec</a:t>
            </a:r>
            <a:r>
              <a:rPr lang="en-US" dirty="0"/>
              <a:t> for encryption and authentication.</a:t>
            </a:r>
          </a:p>
          <a:p>
            <a:r>
              <a:rPr lang="en-US" b="1" dirty="0"/>
              <a:t>6.Efficient Routing</a:t>
            </a:r>
            <a:r>
              <a:rPr lang="en-US" dirty="0"/>
              <a:t> – Hierarchical addressing reduces routing table size.</a:t>
            </a:r>
          </a:p>
          <a:p>
            <a:r>
              <a:rPr lang="en-US" b="1" dirty="0"/>
              <a:t>7.No Broadcasts</a:t>
            </a:r>
            <a:r>
              <a:rPr lang="en-US" dirty="0"/>
              <a:t> – Uses multicast instead, improving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85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373B7-D318-A634-2953-11FE9F0E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B899D-D5C6-F8A7-8254-B23B219B624F}"/>
              </a:ext>
            </a:extLst>
          </p:cNvPr>
          <p:cNvSpPr txBox="1"/>
          <p:nvPr/>
        </p:nvSpPr>
        <p:spPr>
          <a:xfrm>
            <a:off x="841548" y="71566"/>
            <a:ext cx="8473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IPv4 vs IPv6 (Quick Comparison)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BB5D4B-3348-0D18-A07A-D6F9D3A10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5877"/>
              </p:ext>
            </p:extLst>
          </p:nvPr>
        </p:nvGraphicFramePr>
        <p:xfrm>
          <a:off x="841548" y="649327"/>
          <a:ext cx="8804871" cy="44049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4957">
                  <a:extLst>
                    <a:ext uri="{9D8B030D-6E8A-4147-A177-3AD203B41FA5}">
                      <a16:colId xmlns:a16="http://schemas.microsoft.com/office/drawing/2014/main" val="1090209603"/>
                    </a:ext>
                  </a:extLst>
                </a:gridCol>
                <a:gridCol w="2934957">
                  <a:extLst>
                    <a:ext uri="{9D8B030D-6E8A-4147-A177-3AD203B41FA5}">
                      <a16:colId xmlns:a16="http://schemas.microsoft.com/office/drawing/2014/main" val="3713123003"/>
                    </a:ext>
                  </a:extLst>
                </a:gridCol>
                <a:gridCol w="2934957">
                  <a:extLst>
                    <a:ext uri="{9D8B030D-6E8A-4147-A177-3AD203B41FA5}">
                      <a16:colId xmlns:a16="http://schemas.microsoft.com/office/drawing/2014/main" val="915973369"/>
                    </a:ext>
                  </a:extLst>
                </a:gridCol>
              </a:tblGrid>
              <a:tr h="407013">
                <a:tc>
                  <a:txBody>
                    <a:bodyPr/>
                    <a:lstStyle/>
                    <a:p>
                      <a:r>
                        <a:rPr lang="en-IN" b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IPv4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IPv6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771338"/>
                  </a:ext>
                </a:extLst>
              </a:tr>
              <a:tr h="4463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Address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32 bits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128 bits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573883"/>
                  </a:ext>
                </a:extLst>
              </a:tr>
              <a:tr h="702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Address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Decimal (e.g., 192.168.0.1)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Hexadecimal (</a:t>
                      </a:r>
                      <a:r>
                        <a:rPr lang="es-ES" dirty="0" err="1"/>
                        <a:t>e.g</a:t>
                      </a:r>
                      <a:r>
                        <a:rPr lang="es-ES" dirty="0"/>
                        <a:t>., 2001:db8::1)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391599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Header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Variable (20–60 bytes)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Fixed (40 bytes)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216444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725073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r>
                        <a:rPr lang="en-IN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Optional (IPSec)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Mandatory (IPSec built-in)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92177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Address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or DHCP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 (SLAAC) or DHCPv6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70168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Fragmentation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Done by sender &amp; routers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Done by sender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618065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Broadcast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supported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684432"/>
                  </a:ext>
                </a:extLst>
              </a:tr>
              <a:tr h="407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Speed &amp;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51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057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F4DFA-016B-95E2-830C-737CFE79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0B2FF1-A9CA-FB4E-E428-0334ED74BF67}"/>
              </a:ext>
            </a:extLst>
          </p:cNvPr>
          <p:cNvSpPr txBox="1"/>
          <p:nvPr/>
        </p:nvSpPr>
        <p:spPr>
          <a:xfrm>
            <a:off x="813917" y="58846"/>
            <a:ext cx="857375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3.7 Address Resolution Protocol (ARP): Introduction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Address Resolution Protocol (ARP)</a:t>
            </a:r>
            <a:r>
              <a:rPr lang="en-US" dirty="0"/>
              <a:t> is a </a:t>
            </a:r>
            <a:r>
              <a:rPr lang="en-US" b="1" dirty="0"/>
              <a:t>network layer protocol</a:t>
            </a:r>
            <a:r>
              <a:rPr lang="en-US" dirty="0"/>
              <a:t> used to </a:t>
            </a:r>
            <a:r>
              <a:rPr lang="en-US" b="1" dirty="0"/>
              <a:t>map an IP address to its corresponding MAC (Physical) address</a:t>
            </a:r>
            <a:r>
              <a:rPr lang="en-US" dirty="0"/>
              <a:t> in a local area network (LAN).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operates between the </a:t>
            </a:r>
            <a:r>
              <a:rPr lang="en-US" b="1" dirty="0"/>
              <a:t>Network Layer (IP)</a:t>
            </a:r>
            <a:r>
              <a:rPr lang="en-US" dirty="0"/>
              <a:t> and the </a:t>
            </a:r>
            <a:r>
              <a:rPr lang="en-US" b="1" dirty="0"/>
              <a:t>Data Link Layer (MAC)</a:t>
            </a:r>
            <a:r>
              <a:rPr lang="en-US" dirty="0"/>
              <a:t> of the OSI model.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Need for ARP: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device in a network has: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logical address</a:t>
            </a:r>
            <a:r>
              <a:rPr lang="en-US" dirty="0"/>
              <a:t> → IP address (used by Network Layer)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physical address</a:t>
            </a:r>
            <a:r>
              <a:rPr lang="en-US" dirty="0"/>
              <a:t> → MAC address (used by Data Link Layer)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one device wants to send data to another device on the same LAN, it needs the </a:t>
            </a:r>
            <a:r>
              <a:rPr lang="en-US" b="1" dirty="0"/>
              <a:t>MAC address</a:t>
            </a:r>
            <a:r>
              <a:rPr lang="en-US" dirty="0"/>
              <a:t> of the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device knows only the </a:t>
            </a:r>
            <a:r>
              <a:rPr lang="en-US" b="1" dirty="0"/>
              <a:t>IP address</a:t>
            </a:r>
            <a:r>
              <a:rPr lang="en-US" dirty="0"/>
              <a:t>, so ARP is used to find (resolve) the MAC address.</a:t>
            </a:r>
          </a:p>
          <a:p>
            <a:endParaRPr lang="en-US" dirty="0"/>
          </a:p>
          <a:p>
            <a:r>
              <a:rPr lang="en-US" b="1" dirty="0"/>
              <a:t>Function of ARP:</a:t>
            </a:r>
          </a:p>
          <a:p>
            <a:r>
              <a:rPr lang="en-US" dirty="0"/>
              <a:t>ARP converts (resolves) the </a:t>
            </a:r>
            <a:r>
              <a:rPr lang="en-US" b="1" dirty="0"/>
              <a:t>32-bit IPv4 address</a:t>
            </a:r>
            <a:r>
              <a:rPr lang="en-US" dirty="0"/>
              <a:t> into the </a:t>
            </a:r>
            <a:r>
              <a:rPr lang="en-US" b="1" dirty="0"/>
              <a:t>48-bit MAC address</a:t>
            </a:r>
            <a:r>
              <a:rPr lang="en-US" dirty="0"/>
              <a:t>.</a:t>
            </a:r>
          </a:p>
          <a:p>
            <a:r>
              <a:rPr lang="en-US" dirty="0"/>
              <a:t>Once resolved, the sender can frame the Ethernet packet and transmit it to the correct destination on the local network.</a:t>
            </a:r>
          </a:p>
        </p:txBody>
      </p:sp>
    </p:spTree>
    <p:extLst>
      <p:ext uri="{BB962C8B-B14F-4D97-AF65-F5344CB8AC3E}">
        <p14:creationId xmlns:p14="http://schemas.microsoft.com/office/powerpoint/2010/main" val="1693120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3DFC-1AB8-5E3C-4B06-B946B62F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255B9-6BA7-D3C6-6167-A6615C02834B}"/>
              </a:ext>
            </a:extLst>
          </p:cNvPr>
          <p:cNvSpPr txBox="1"/>
          <p:nvPr/>
        </p:nvSpPr>
        <p:spPr>
          <a:xfrm>
            <a:off x="743577" y="153633"/>
            <a:ext cx="85436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Working of ARP (Steps):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Sender knows destination IP address</a:t>
            </a:r>
            <a:r>
              <a:rPr lang="en-US" dirty="0"/>
              <a:t> but not its MAC address.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sender broadcasts an </a:t>
            </a:r>
            <a:r>
              <a:rPr lang="en-US" b="1" dirty="0"/>
              <a:t>ARP Request</a:t>
            </a:r>
            <a:r>
              <a:rPr lang="en-US" dirty="0"/>
              <a:t> message on the network asking:</a:t>
            </a:r>
            <a:br>
              <a:rPr lang="en-US" dirty="0"/>
            </a:br>
            <a:r>
              <a:rPr lang="en-US" dirty="0"/>
              <a:t>“Who has IP address X.X.X.X? Tell me your MAC address.”</a:t>
            </a:r>
          </a:p>
          <a:p>
            <a:pPr>
              <a:buFont typeface="+mj-lt"/>
              <a:buAutoNum type="arabicPeriod"/>
            </a:pPr>
            <a:r>
              <a:rPr lang="en-US" dirty="0"/>
              <a:t>All devices receive this request, but only the device with the matching IP address replies with an </a:t>
            </a:r>
            <a:r>
              <a:rPr lang="en-US" b="1" dirty="0"/>
              <a:t>ARP Reply</a:t>
            </a:r>
            <a:r>
              <a:rPr lang="en-US" dirty="0"/>
              <a:t>, containing its MAC address.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sender stores this IP–MAC mapping in its </a:t>
            </a:r>
            <a:r>
              <a:rPr lang="en-US" b="1" dirty="0"/>
              <a:t>ARP cache</a:t>
            </a:r>
            <a:r>
              <a:rPr lang="en-US" dirty="0"/>
              <a:t> for future use.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7D8807-938D-A7FC-8B0E-6A16EBED0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85321"/>
              </p:ext>
            </p:extLst>
          </p:nvPr>
        </p:nvGraphicFramePr>
        <p:xfrm>
          <a:off x="612947" y="2651676"/>
          <a:ext cx="930477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2199">
                  <a:extLst>
                    <a:ext uri="{9D8B030D-6E8A-4147-A177-3AD203B41FA5}">
                      <a16:colId xmlns:a16="http://schemas.microsoft.com/office/drawing/2014/main" val="2607720364"/>
                    </a:ext>
                  </a:extLst>
                </a:gridCol>
                <a:gridCol w="6762576">
                  <a:extLst>
                    <a:ext uri="{9D8B030D-6E8A-4147-A177-3AD203B41FA5}">
                      <a16:colId xmlns:a16="http://schemas.microsoft.com/office/drawing/2014/main" val="216834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21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ARP Request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Broadcast message used to ask for the MAC address.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20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ARP Reply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Unicast message sent in response, providing the MAC address.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3797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1ABF08A-D2C9-5203-E66B-1BE81764BAB7}"/>
              </a:ext>
            </a:extLst>
          </p:cNvPr>
          <p:cNvSpPr txBox="1"/>
          <p:nvPr/>
        </p:nvSpPr>
        <p:spPr>
          <a:xfrm>
            <a:off x="612947" y="4220197"/>
            <a:ext cx="93047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ARP Cache: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ARP maintains a </a:t>
            </a:r>
            <a:r>
              <a:rPr lang="en-US" b="1" dirty="0"/>
              <a:t>table</a:t>
            </a:r>
            <a:r>
              <a:rPr lang="en-US" dirty="0"/>
              <a:t> in memory called the </a:t>
            </a:r>
            <a:r>
              <a:rPr lang="en-US" b="1" dirty="0"/>
              <a:t>ARP cache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stores recently resolved IP–MAC address pairs.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Entries remain for a short time (e.g., a few minutes) and are updated periodically.</a:t>
            </a:r>
          </a:p>
        </p:txBody>
      </p:sp>
    </p:spTree>
    <p:extLst>
      <p:ext uri="{BB962C8B-B14F-4D97-AF65-F5344CB8AC3E}">
        <p14:creationId xmlns:p14="http://schemas.microsoft.com/office/powerpoint/2010/main" val="2897145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C4C6-1EA4-0AE7-7C0F-14213283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FF2BB-8899-6213-F823-39CA8EC1BE2F}"/>
              </a:ext>
            </a:extLst>
          </p:cNvPr>
          <p:cNvSpPr txBox="1"/>
          <p:nvPr/>
        </p:nvSpPr>
        <p:spPr>
          <a:xfrm>
            <a:off x="854110" y="157147"/>
            <a:ext cx="81517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Suppose Computer A wants to send data to Computer 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knows B’s IP: </a:t>
            </a:r>
            <a:r>
              <a:rPr lang="en-US" dirty="0">
                <a:latin typeface="Courier New" panose="02070309020205020404" pitchFamily="49" charset="0"/>
              </a:rPr>
              <a:t>192.168.1.2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doesn’t know B’s MAC.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sends </a:t>
            </a:r>
            <a:r>
              <a:rPr lang="en-US" b="1" dirty="0"/>
              <a:t>ARP Request:</a:t>
            </a:r>
            <a:r>
              <a:rPr lang="en-US" dirty="0"/>
              <a:t> “Who has 192.168.1.2?”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 replies with </a:t>
            </a:r>
            <a:r>
              <a:rPr lang="en-US" b="1" dirty="0"/>
              <a:t>ARP Reply:</a:t>
            </a:r>
            <a:r>
              <a:rPr lang="en-US" dirty="0"/>
              <a:t> “192.168.1.2 is at 00:0a:95:9d:68:16.”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stores this in ARP cache and sends the data.</a:t>
            </a:r>
          </a:p>
          <a:p>
            <a:pPr lvl="1"/>
            <a:endParaRPr lang="en-US" dirty="0"/>
          </a:p>
          <a:p>
            <a:r>
              <a:rPr lang="en-US" b="1" dirty="0"/>
              <a:t>Key Points:</a:t>
            </a:r>
          </a:p>
          <a:p>
            <a:endParaRPr lang="en-US" b="1" dirty="0"/>
          </a:p>
          <a:p>
            <a:r>
              <a:rPr lang="en-US" dirty="0"/>
              <a:t>ARP works only within a </a:t>
            </a:r>
            <a:r>
              <a:rPr lang="en-US" b="1" dirty="0"/>
              <a:t>local network (LAN)</a:t>
            </a:r>
            <a:r>
              <a:rPr lang="en-US" dirty="0"/>
              <a:t>.</a:t>
            </a:r>
          </a:p>
          <a:p>
            <a:r>
              <a:rPr lang="en-US" dirty="0"/>
              <a:t>If the destination is on a </a:t>
            </a:r>
            <a:r>
              <a:rPr lang="en-US" b="1" dirty="0"/>
              <a:t>different network</a:t>
            </a:r>
            <a:r>
              <a:rPr lang="en-US" dirty="0"/>
              <a:t>, the ARP request is sent to the </a:t>
            </a:r>
            <a:r>
              <a:rPr lang="en-US" b="1" dirty="0"/>
              <a:t>default gateway (router)</a:t>
            </a:r>
            <a:r>
              <a:rPr lang="en-US" dirty="0"/>
              <a:t>.</a:t>
            </a:r>
          </a:p>
          <a:p>
            <a:r>
              <a:rPr lang="en-US" dirty="0"/>
              <a:t>ARP uses </a:t>
            </a:r>
            <a:r>
              <a:rPr lang="en-US" b="1" dirty="0"/>
              <a:t>broadcast</a:t>
            </a:r>
            <a:r>
              <a:rPr lang="en-US" dirty="0"/>
              <a:t> for request and </a:t>
            </a:r>
            <a:r>
              <a:rPr lang="en-US" b="1" dirty="0"/>
              <a:t>unicast</a:t>
            </a:r>
            <a:r>
              <a:rPr lang="en-US" dirty="0"/>
              <a:t> for reply.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96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718B-87D5-CB3D-3A35-E3A6A017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54D82-12BE-5847-D3B3-302F57701793}"/>
              </a:ext>
            </a:extLst>
          </p:cNvPr>
          <p:cNvSpPr txBox="1"/>
          <p:nvPr/>
        </p:nvSpPr>
        <p:spPr>
          <a:xfrm>
            <a:off x="783772" y="790194"/>
            <a:ext cx="86239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Sender (IP: 192.168.1.1, MAC: AA-AA-AA-AA-AA-AA)</a:t>
            </a:r>
          </a:p>
          <a:p>
            <a:r>
              <a:rPr lang="en-IN" dirty="0"/>
              <a:t>      |</a:t>
            </a:r>
          </a:p>
          <a:p>
            <a:r>
              <a:rPr lang="en-IN" dirty="0"/>
              <a:t>      |--- ARP Request: Who has 192.168.1.2? (Broadcast)</a:t>
            </a:r>
          </a:p>
          <a:p>
            <a:r>
              <a:rPr lang="en-IN" dirty="0"/>
              <a:t>      |</a:t>
            </a:r>
          </a:p>
          <a:p>
            <a:r>
              <a:rPr lang="en-IN" dirty="0"/>
              <a:t>Receiver (IP: 192.168.1.2, MAC: BB-BB-BB-BB-BB-BB)</a:t>
            </a:r>
          </a:p>
          <a:p>
            <a:r>
              <a:rPr lang="en-IN" dirty="0"/>
              <a:t>      |</a:t>
            </a:r>
          </a:p>
          <a:p>
            <a:r>
              <a:rPr lang="en-IN" dirty="0"/>
              <a:t>      |--- ARP Reply: 192.168.1.2 is at BB-BB-BB-BB-BB-BB (Unicast)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AD08B-F02C-550C-05E3-C913DD9E49F4}"/>
              </a:ext>
            </a:extLst>
          </p:cNvPr>
          <p:cNvSpPr txBox="1"/>
          <p:nvPr/>
        </p:nvSpPr>
        <p:spPr>
          <a:xfrm>
            <a:off x="901839" y="111761"/>
            <a:ext cx="6104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Diagram (Conceptual):</a:t>
            </a:r>
          </a:p>
        </p:txBody>
      </p:sp>
    </p:spTree>
    <p:extLst>
      <p:ext uri="{BB962C8B-B14F-4D97-AF65-F5344CB8AC3E}">
        <p14:creationId xmlns:p14="http://schemas.microsoft.com/office/powerpoint/2010/main" val="1242917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8AC5-2A8A-4CDE-0695-A271EFAB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D67090-4C66-2E5E-1C55-D0D31B55DFFD}"/>
              </a:ext>
            </a:extLst>
          </p:cNvPr>
          <p:cNvSpPr txBox="1"/>
          <p:nvPr/>
        </p:nvSpPr>
        <p:spPr>
          <a:xfrm>
            <a:off x="813917" y="151454"/>
            <a:ext cx="848331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3.8 Unicast Routing Protocols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Introduction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Unicast Routing</a:t>
            </a:r>
            <a:r>
              <a:rPr lang="en-US" dirty="0"/>
              <a:t> is the process of sending data packets from </a:t>
            </a:r>
            <a:r>
              <a:rPr lang="en-US" b="1" dirty="0"/>
              <a:t>one single source</a:t>
            </a:r>
            <a:r>
              <a:rPr lang="en-US" dirty="0"/>
              <a:t> to </a:t>
            </a:r>
            <a:r>
              <a:rPr lang="en-US" b="1" dirty="0"/>
              <a:t>one single destination</a:t>
            </a:r>
            <a:r>
              <a:rPr lang="en-US" dirty="0"/>
              <a:t> across an internetwork.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Routers are responsible for </a:t>
            </a:r>
            <a:r>
              <a:rPr lang="en-US" b="1" dirty="0"/>
              <a:t>selecting the best path</a:t>
            </a:r>
            <a:r>
              <a:rPr lang="en-US" dirty="0"/>
              <a:t> for forwarding packets using </a:t>
            </a:r>
            <a:r>
              <a:rPr lang="en-US" b="1" dirty="0"/>
              <a:t>routing algorithms and protocols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information about the routes is stored in a </a:t>
            </a:r>
            <a:r>
              <a:rPr lang="en-US" b="1" dirty="0"/>
              <a:t>Routing Table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3.8.1 Cost or Metric, Static vs Dynamic Routing Tables, Routing Protocol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Cost or Metric</a:t>
            </a:r>
          </a:p>
          <a:p>
            <a:endParaRPr lang="en-US" b="1" dirty="0"/>
          </a:p>
          <a:p>
            <a:r>
              <a:rPr lang="en-US" b="1" dirty="0"/>
              <a:t>Metric</a:t>
            </a:r>
            <a:r>
              <a:rPr lang="en-US" dirty="0"/>
              <a:t> (or cost) is a </a:t>
            </a:r>
            <a:r>
              <a:rPr lang="en-US" b="1" dirty="0"/>
              <a:t>numerical value</a:t>
            </a:r>
            <a:r>
              <a:rPr lang="en-US" dirty="0"/>
              <a:t> used by routing protocols to choose the </a:t>
            </a:r>
            <a:r>
              <a:rPr lang="en-US" b="1" dirty="0"/>
              <a:t>best path</a:t>
            </a:r>
            <a:r>
              <a:rPr lang="en-US" dirty="0"/>
              <a:t> to a destination.</a:t>
            </a:r>
          </a:p>
          <a:p>
            <a:r>
              <a:rPr lang="en-US" dirty="0"/>
              <a:t>Lower metric = better path.</a:t>
            </a:r>
          </a:p>
          <a:p>
            <a:r>
              <a:rPr lang="en-US" dirty="0"/>
              <a:t>Metrics can be based on factors like:</a:t>
            </a:r>
          </a:p>
          <a:p>
            <a:pPr lvl="1"/>
            <a:r>
              <a:rPr lang="en-US" b="1" dirty="0"/>
              <a:t>Hop count</a:t>
            </a:r>
            <a:r>
              <a:rPr lang="en-US" dirty="0"/>
              <a:t> (number of routers to pass)</a:t>
            </a:r>
          </a:p>
          <a:p>
            <a:pPr lvl="1"/>
            <a:r>
              <a:rPr lang="en-US" b="1" dirty="0"/>
              <a:t>Bandwidth</a:t>
            </a:r>
            <a:r>
              <a:rPr lang="en-US" dirty="0"/>
              <a:t> (data capacity of the link)</a:t>
            </a:r>
          </a:p>
          <a:p>
            <a:pPr lvl="1"/>
            <a:r>
              <a:rPr lang="en-US" b="1" dirty="0"/>
              <a:t>Delay</a:t>
            </a:r>
            <a:r>
              <a:rPr lang="en-US" dirty="0"/>
              <a:t> (time taken by packets)</a:t>
            </a:r>
          </a:p>
          <a:p>
            <a:pPr lvl="1"/>
            <a:r>
              <a:rPr lang="en-US" b="1" dirty="0"/>
              <a:t>Load</a:t>
            </a:r>
            <a:r>
              <a:rPr lang="en-US" dirty="0"/>
              <a:t> (traffic on the route)</a:t>
            </a:r>
          </a:p>
          <a:p>
            <a:pPr lvl="1"/>
            <a:r>
              <a:rPr lang="en-US" b="1" dirty="0"/>
              <a:t>Reliability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44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A583-90ED-313C-3834-7DDEF7A5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B01DA-CCA5-3C9B-AC76-97BC9C95746A}"/>
              </a:ext>
            </a:extLst>
          </p:cNvPr>
          <p:cNvSpPr txBox="1"/>
          <p:nvPr/>
        </p:nvSpPr>
        <p:spPr>
          <a:xfrm>
            <a:off x="844062" y="130518"/>
            <a:ext cx="846322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If Router A can reach Router 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via Router B (2 hops)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via Router C (3 hops)</a:t>
            </a:r>
            <a:br>
              <a:rPr lang="en-US" dirty="0"/>
            </a:br>
            <a:r>
              <a:rPr lang="en-US" dirty="0"/>
              <a:t>→ Router A chooses the path via B (lower cost).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Static Routing</a:t>
            </a:r>
          </a:p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Static Routing</a:t>
            </a:r>
            <a:r>
              <a:rPr lang="en-US" dirty="0"/>
              <a:t>, routes are </a:t>
            </a:r>
            <a:r>
              <a:rPr lang="en-US" b="1" dirty="0"/>
              <a:t>manually entered</a:t>
            </a:r>
            <a:r>
              <a:rPr lang="en-US" dirty="0"/>
              <a:t> into the routing table by the network administrator.</a:t>
            </a:r>
          </a:p>
          <a:p>
            <a:r>
              <a:rPr lang="en-US" dirty="0"/>
              <a:t>The routes </a:t>
            </a:r>
            <a:r>
              <a:rPr lang="en-US" b="1" dirty="0"/>
              <a:t>do not change automatically</a:t>
            </a:r>
            <a:r>
              <a:rPr lang="en-US" dirty="0"/>
              <a:t>, even if the network topology changes.</a:t>
            </a:r>
          </a:p>
          <a:p>
            <a:endParaRPr lang="en-US" dirty="0"/>
          </a:p>
          <a:p>
            <a:r>
              <a:rPr lang="en-US" b="1" dirty="0"/>
              <a:t>Advantages:</a:t>
            </a:r>
          </a:p>
          <a:p>
            <a:endParaRPr lang="en-US" dirty="0"/>
          </a:p>
          <a:p>
            <a:r>
              <a:rPr lang="en-US" dirty="0"/>
              <a:t>Simple to configure on small networks.</a:t>
            </a:r>
          </a:p>
          <a:p>
            <a:r>
              <a:rPr lang="en-US" dirty="0"/>
              <a:t>No extra CPU or bandwidth usage.</a:t>
            </a:r>
          </a:p>
          <a:p>
            <a:endParaRPr lang="en-US" dirty="0"/>
          </a:p>
          <a:p>
            <a:r>
              <a:rPr lang="en-US" b="1" dirty="0"/>
              <a:t>Disadvantages:</a:t>
            </a:r>
          </a:p>
          <a:p>
            <a:endParaRPr lang="en-US" dirty="0"/>
          </a:p>
          <a:p>
            <a:r>
              <a:rPr lang="en-US" dirty="0"/>
              <a:t>Not suitable for large or frequently changing networks.</a:t>
            </a:r>
          </a:p>
          <a:p>
            <a:r>
              <a:rPr lang="en-US" dirty="0"/>
              <a:t>Manual reconfiguration needed after every network change.</a:t>
            </a:r>
          </a:p>
        </p:txBody>
      </p:sp>
    </p:spTree>
    <p:extLst>
      <p:ext uri="{BB962C8B-B14F-4D97-AF65-F5344CB8AC3E}">
        <p14:creationId xmlns:p14="http://schemas.microsoft.com/office/powerpoint/2010/main" val="1641938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6C59-13D1-696D-FE5B-30407BC9B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120535-C843-CA08-E3FF-5181643E41A2}"/>
              </a:ext>
            </a:extLst>
          </p:cNvPr>
          <p:cNvSpPr txBox="1"/>
          <p:nvPr/>
        </p:nvSpPr>
        <p:spPr>
          <a:xfrm>
            <a:off x="793819" y="93841"/>
            <a:ext cx="834264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</a:p>
          <a:p>
            <a:br>
              <a:rPr lang="en-US" dirty="0"/>
            </a:br>
            <a:r>
              <a:rPr lang="en-US" dirty="0"/>
              <a:t>Used in small offices or point-to-point connections.</a:t>
            </a:r>
          </a:p>
          <a:p>
            <a:endParaRPr lang="en-US" dirty="0"/>
          </a:p>
          <a:p>
            <a:r>
              <a:rPr lang="en-IN" b="1" dirty="0"/>
              <a:t>3. Dynamic Routing</a:t>
            </a:r>
          </a:p>
          <a:p>
            <a:endParaRPr lang="en-IN" b="1" dirty="0"/>
          </a:p>
          <a:p>
            <a:r>
              <a:rPr lang="en-IN" dirty="0"/>
              <a:t>In </a:t>
            </a:r>
            <a:r>
              <a:rPr lang="en-IN" b="1" dirty="0"/>
              <a:t>Dynamic Routing</a:t>
            </a:r>
            <a:r>
              <a:rPr lang="en-IN" dirty="0"/>
              <a:t>, routers </a:t>
            </a:r>
            <a:r>
              <a:rPr lang="en-IN" b="1" dirty="0"/>
              <a:t>automatically learn routes</a:t>
            </a:r>
            <a:r>
              <a:rPr lang="en-IN" dirty="0"/>
              <a:t> using </a:t>
            </a:r>
            <a:r>
              <a:rPr lang="en-IN" b="1" dirty="0"/>
              <a:t>routing protocols</a:t>
            </a:r>
            <a:r>
              <a:rPr lang="en-IN" dirty="0"/>
              <a:t>.</a:t>
            </a:r>
          </a:p>
          <a:p>
            <a:r>
              <a:rPr lang="en-IN" dirty="0"/>
              <a:t>Routing tables are </a:t>
            </a:r>
            <a:r>
              <a:rPr lang="en-IN" b="1" dirty="0"/>
              <a:t>updated automatically</a:t>
            </a:r>
            <a:r>
              <a:rPr lang="en-IN" dirty="0"/>
              <a:t> when network changes occur.</a:t>
            </a:r>
          </a:p>
          <a:p>
            <a:endParaRPr lang="en-IN" dirty="0"/>
          </a:p>
          <a:p>
            <a:r>
              <a:rPr lang="en-IN" b="1" dirty="0"/>
              <a:t>Advantages:</a:t>
            </a:r>
            <a:endParaRPr lang="en-IN" dirty="0"/>
          </a:p>
          <a:p>
            <a:r>
              <a:rPr lang="en-IN" dirty="0"/>
              <a:t>Adapts to network failures or topology changes.</a:t>
            </a:r>
          </a:p>
          <a:p>
            <a:r>
              <a:rPr lang="en-IN" dirty="0"/>
              <a:t>Scalable for large networks.</a:t>
            </a:r>
          </a:p>
          <a:p>
            <a:endParaRPr lang="en-IN" dirty="0"/>
          </a:p>
          <a:p>
            <a:r>
              <a:rPr lang="en-IN" b="1" dirty="0"/>
              <a:t>Disadvantages:</a:t>
            </a:r>
            <a:endParaRPr lang="en-IN" dirty="0"/>
          </a:p>
          <a:p>
            <a:r>
              <a:rPr lang="en-IN" dirty="0"/>
              <a:t>Requires CPU and bandwidth to exchange routing information.</a:t>
            </a:r>
          </a:p>
          <a:p>
            <a:endParaRPr lang="en-IN" dirty="0"/>
          </a:p>
          <a:p>
            <a:r>
              <a:rPr lang="en-IN" b="1" dirty="0"/>
              <a:t>Examples of Dynamic Routing Protocols:</a:t>
            </a:r>
          </a:p>
          <a:p>
            <a:endParaRPr lang="en-IN" dirty="0"/>
          </a:p>
          <a:p>
            <a:r>
              <a:rPr lang="en-IN" b="1" dirty="0"/>
              <a:t>RIP (Routing Information Protocol)</a:t>
            </a:r>
            <a:endParaRPr lang="en-IN" dirty="0"/>
          </a:p>
          <a:p>
            <a:r>
              <a:rPr lang="en-IN" b="1" dirty="0"/>
              <a:t>OSPF (Open Shortest Path First)</a:t>
            </a:r>
            <a:endParaRPr lang="en-IN" dirty="0"/>
          </a:p>
          <a:p>
            <a:r>
              <a:rPr lang="en-IN" b="1" dirty="0"/>
              <a:t>EIGRP (Enhanced Interior Gateway Routing Protocol)</a:t>
            </a:r>
            <a:endParaRPr lang="en-IN" dirty="0"/>
          </a:p>
          <a:p>
            <a:r>
              <a:rPr lang="en-IN" b="1" dirty="0"/>
              <a:t>BGP (Border Gateway Protocol)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148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F486-1AB2-3B19-AC26-40389884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5C477-235B-EE99-58A8-51C32476AB61}"/>
              </a:ext>
            </a:extLst>
          </p:cNvPr>
          <p:cNvSpPr txBox="1"/>
          <p:nvPr/>
        </p:nvSpPr>
        <p:spPr>
          <a:xfrm>
            <a:off x="723481" y="84632"/>
            <a:ext cx="861394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Routing Protocol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Routing Protocol</a:t>
            </a:r>
            <a:r>
              <a:rPr lang="en-US" dirty="0"/>
              <a:t> defines the rules that routers follow to share and update routing information with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Its main goals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Discover and maintain routes.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Choose the best path using metrics.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routing tables dynamically.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3.8.2 Intra- and Inter-Domain Routing</a:t>
            </a:r>
          </a:p>
          <a:p>
            <a:endParaRPr lang="en-IN" b="1" dirty="0"/>
          </a:p>
          <a:p>
            <a:pPr marL="342900" indent="-342900">
              <a:buAutoNum type="arabicPeriod"/>
            </a:pPr>
            <a:r>
              <a:rPr lang="en-IN" b="1" dirty="0"/>
              <a:t>Intra-Domain Routing</a:t>
            </a:r>
          </a:p>
          <a:p>
            <a:endParaRPr lang="en-IN" b="1" dirty="0"/>
          </a:p>
          <a:p>
            <a:r>
              <a:rPr lang="en-IN" dirty="0"/>
              <a:t>Routing </a:t>
            </a:r>
            <a:r>
              <a:rPr lang="en-IN" b="1" dirty="0"/>
              <a:t>within a single autonomous system (AS)</a:t>
            </a:r>
            <a:r>
              <a:rPr lang="en-IN" dirty="0"/>
              <a:t> (a group of routers under one administrative control).</a:t>
            </a:r>
          </a:p>
          <a:p>
            <a:r>
              <a:rPr lang="en-IN" dirty="0"/>
              <a:t>Used inside organizations or ISPs.</a:t>
            </a:r>
          </a:p>
          <a:p>
            <a:endParaRPr lang="en-IN" dirty="0"/>
          </a:p>
          <a:p>
            <a:r>
              <a:rPr lang="en-IN" dirty="0"/>
              <a:t>Examples:</a:t>
            </a:r>
          </a:p>
          <a:p>
            <a:pPr lvl="1"/>
            <a:r>
              <a:rPr lang="en-IN" b="1" dirty="0"/>
              <a:t>RIP (Routing Information Protocol)</a:t>
            </a:r>
            <a:endParaRPr lang="en-IN" dirty="0"/>
          </a:p>
          <a:p>
            <a:pPr lvl="1"/>
            <a:r>
              <a:rPr lang="en-IN" b="1" dirty="0"/>
              <a:t>OSPF (Open Shortest Path First)</a:t>
            </a:r>
            <a:endParaRPr lang="en-IN" dirty="0"/>
          </a:p>
          <a:p>
            <a:pPr lvl="1"/>
            <a:r>
              <a:rPr lang="en-IN" b="1" dirty="0"/>
              <a:t>EIGRP (Enhanced Interior Gateway Routing Protocol)</a:t>
            </a:r>
            <a:endParaRPr lang="en-IN" dirty="0"/>
          </a:p>
          <a:p>
            <a:r>
              <a:rPr lang="en-IN" b="1" dirty="0"/>
              <a:t>Goal:</a:t>
            </a:r>
            <a:r>
              <a:rPr lang="en-IN" dirty="0"/>
              <a:t> Efficient internal routing.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36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A9E9-022E-D8EB-D24B-E0CD6D37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5AF13-73E4-3BEA-1172-1C86812B73CE}"/>
              </a:ext>
            </a:extLst>
          </p:cNvPr>
          <p:cNvSpPr txBox="1"/>
          <p:nvPr/>
        </p:nvSpPr>
        <p:spPr>
          <a:xfrm>
            <a:off x="723481" y="0"/>
            <a:ext cx="903346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Inter-Domain Routing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Routing </a:t>
            </a:r>
            <a:r>
              <a:rPr lang="en-US" b="1" dirty="0"/>
              <a:t>between different autonomous systems (AS)</a:t>
            </a:r>
            <a:r>
              <a:rPr lang="en-US" dirty="0"/>
              <a:t> on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ISPs to exchange routing information with other ISPs.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BGP (Border Gateway Protocol)</a:t>
            </a:r>
            <a:r>
              <a:rPr lang="en-US" dirty="0"/>
              <a:t> – the main routing protocol of the Internet.</a:t>
            </a:r>
          </a:p>
          <a:p>
            <a:pPr>
              <a:buNone/>
            </a:pPr>
            <a:r>
              <a:rPr lang="en-US" b="1" dirty="0"/>
              <a:t>Goal:</a:t>
            </a:r>
            <a:r>
              <a:rPr lang="en-US" dirty="0"/>
              <a:t> Exchange reachability information between organizations.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3.8.3 Distance Vector Routing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Distance Vector Routing</a:t>
            </a:r>
            <a:r>
              <a:rPr lang="en-US" dirty="0"/>
              <a:t> is a </a:t>
            </a:r>
            <a:r>
              <a:rPr lang="en-US" b="1" dirty="0"/>
              <a:t>dynamic routing method</a:t>
            </a:r>
            <a:r>
              <a:rPr lang="en-US" dirty="0"/>
              <a:t> where each router periodically shares its routing table with its </a:t>
            </a:r>
            <a:r>
              <a:rPr lang="en-US" b="1" dirty="0"/>
              <a:t>neighboring routers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router then updates its table based on the information received.</a:t>
            </a:r>
          </a:p>
          <a:p>
            <a:endParaRPr lang="en-US" dirty="0"/>
          </a:p>
          <a:p>
            <a:r>
              <a:rPr lang="en-US" b="1" dirty="0"/>
              <a:t>How it Works:</a:t>
            </a:r>
          </a:p>
          <a:p>
            <a:endParaRPr lang="en-US" b="1" dirty="0"/>
          </a:p>
          <a:p>
            <a:r>
              <a:rPr lang="en-US" dirty="0"/>
              <a:t>1.Each router knows only the </a:t>
            </a:r>
            <a:r>
              <a:rPr lang="en-US" b="1" dirty="0"/>
              <a:t>distance (metric)</a:t>
            </a:r>
            <a:r>
              <a:rPr lang="en-US" dirty="0"/>
              <a:t> and </a:t>
            </a:r>
            <a:r>
              <a:rPr lang="en-US" b="1" dirty="0"/>
              <a:t>direction (vector)</a:t>
            </a:r>
            <a:r>
              <a:rPr lang="en-US" dirty="0"/>
              <a:t> to reach destination networks.</a:t>
            </a:r>
          </a:p>
          <a:p>
            <a:r>
              <a:rPr lang="en-US" dirty="0"/>
              <a:t>2.Routers exchange their routing tables with </a:t>
            </a:r>
            <a:r>
              <a:rPr lang="en-US" b="1" dirty="0"/>
              <a:t>directly connected neighbors</a:t>
            </a:r>
            <a:r>
              <a:rPr lang="en-US" dirty="0"/>
              <a:t> at regular intervals.</a:t>
            </a:r>
          </a:p>
          <a:p>
            <a:r>
              <a:rPr lang="en-US" dirty="0"/>
              <a:t>3.Routers use this information to </a:t>
            </a:r>
            <a:r>
              <a:rPr lang="en-US" b="1" dirty="0"/>
              <a:t>update their own tables</a:t>
            </a:r>
            <a:r>
              <a:rPr lang="en-US" dirty="0"/>
              <a:t> and find the shortest path.</a:t>
            </a:r>
          </a:p>
        </p:txBody>
      </p:sp>
    </p:spTree>
    <p:extLst>
      <p:ext uri="{BB962C8B-B14F-4D97-AF65-F5344CB8AC3E}">
        <p14:creationId xmlns:p14="http://schemas.microsoft.com/office/powerpoint/2010/main" val="1344378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20F09-9B01-B07B-6D98-D105075A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79C84-8E58-24AC-6762-79276811E3E2}"/>
              </a:ext>
            </a:extLst>
          </p:cNvPr>
          <p:cNvSpPr txBox="1"/>
          <p:nvPr/>
        </p:nvSpPr>
        <p:spPr>
          <a:xfrm>
            <a:off x="763675" y="96358"/>
            <a:ext cx="85235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 Used: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 the </a:t>
            </a:r>
            <a:r>
              <a:rPr lang="en-US" b="1" dirty="0"/>
              <a:t>Bellman-Ford Algorithm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Periodic updates (every 30 seconds in RIP).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hop count as a metric.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convergence (takes time to detect network failures).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easy to configure.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 Protocol: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RIP (Routing Information Protocol)</a:t>
            </a:r>
            <a:r>
              <a:rPr lang="en-US" dirty="0"/>
              <a:t> is the most common Distance Vector Protocol.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Problems in Distance Vector Routing: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Count to Infinity Problem</a:t>
            </a:r>
            <a:r>
              <a:rPr lang="en-US" dirty="0"/>
              <a:t> – routing loops can cause routers to think a route is still reachable but with increasing hop counts.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Routing Loops</a:t>
            </a:r>
            <a:r>
              <a:rPr lang="en-US" dirty="0"/>
              <a:t> – incorrect updates can form loops in the network.</a:t>
            </a:r>
          </a:p>
        </p:txBody>
      </p:sp>
    </p:spTree>
    <p:extLst>
      <p:ext uri="{BB962C8B-B14F-4D97-AF65-F5344CB8AC3E}">
        <p14:creationId xmlns:p14="http://schemas.microsoft.com/office/powerpoint/2010/main" val="11014677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4317-CAB8-3CA9-ED5B-E42B9690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BDF686-B255-980C-A3A3-ABDBAB0FF038}"/>
              </a:ext>
            </a:extLst>
          </p:cNvPr>
          <p:cNvSpPr txBox="1"/>
          <p:nvPr/>
        </p:nvSpPr>
        <p:spPr>
          <a:xfrm>
            <a:off x="854109" y="103390"/>
            <a:ext cx="854361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3.9 Link State Routing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Link State Routing (LSR)</a:t>
            </a:r>
            <a:r>
              <a:rPr lang="en-US" dirty="0"/>
              <a:t> is a </a:t>
            </a:r>
            <a:r>
              <a:rPr lang="en-US" b="1" dirty="0"/>
              <a:t>dynamic routing method</a:t>
            </a:r>
            <a:r>
              <a:rPr lang="en-US" dirty="0"/>
              <a:t> in which each router has a </a:t>
            </a:r>
            <a:r>
              <a:rPr lang="en-US" b="1" dirty="0"/>
              <a:t>complete map of the network topology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router knows: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Which routers are connected to it (neighbors)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cost (metric)</a:t>
            </a:r>
            <a:r>
              <a:rPr lang="en-US" dirty="0"/>
              <a:t> of each 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this information, each router </a:t>
            </a:r>
            <a:r>
              <a:rPr lang="en-US" b="1" dirty="0"/>
              <a:t>independently calculates the shortest path</a:t>
            </a:r>
            <a:r>
              <a:rPr lang="en-US" dirty="0"/>
              <a:t> to every other router using an algorithm (usually </a:t>
            </a:r>
            <a:r>
              <a:rPr lang="en-US" b="1" dirty="0"/>
              <a:t>Dijkstra’s Algorithm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Basic Idea</a:t>
            </a:r>
          </a:p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/>
              <a:t>Distance Vector Routing</a:t>
            </a:r>
            <a:r>
              <a:rPr lang="en-US" dirty="0"/>
              <a:t>, routers only share information with their neighbors.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/>
              <a:t>Link State Routing</a:t>
            </a:r>
            <a:r>
              <a:rPr lang="en-US" dirty="0"/>
              <a:t>, routers share information about their </a:t>
            </a:r>
            <a:r>
              <a:rPr lang="en-US" b="1" dirty="0"/>
              <a:t>links (connections)</a:t>
            </a:r>
            <a:r>
              <a:rPr lang="en-US" dirty="0"/>
              <a:t> with </a:t>
            </a:r>
            <a:r>
              <a:rPr lang="en-US" b="1" dirty="0"/>
              <a:t>all routers in the network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→ This gives every router a </a:t>
            </a:r>
            <a:r>
              <a:rPr lang="en-US" b="1" dirty="0"/>
              <a:t>global view</a:t>
            </a:r>
            <a:r>
              <a:rPr lang="en-US" dirty="0"/>
              <a:t> of the network.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676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68290-ADB9-7620-CDC9-B602964B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0CB1D-7D7B-6BE3-F845-400B300D43C4}"/>
              </a:ext>
            </a:extLst>
          </p:cNvPr>
          <p:cNvSpPr txBox="1"/>
          <p:nvPr/>
        </p:nvSpPr>
        <p:spPr>
          <a:xfrm>
            <a:off x="783772" y="84971"/>
            <a:ext cx="83928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Steps in Link State Routing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Neighbor Discovery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router identifies its </a:t>
            </a:r>
            <a:r>
              <a:rPr lang="en-US" b="1" dirty="0"/>
              <a:t>directly connected neighbors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is done by sending </a:t>
            </a:r>
            <a:r>
              <a:rPr lang="en-US" b="1" dirty="0"/>
              <a:t>Hello packets</a:t>
            </a:r>
            <a:r>
              <a:rPr lang="en-US" dirty="0"/>
              <a:t> to check which routers are reachable.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2. Measure Link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router measures the </a:t>
            </a:r>
            <a:r>
              <a:rPr lang="en-US" b="1" dirty="0"/>
              <a:t>cost (metric)</a:t>
            </a:r>
            <a:r>
              <a:rPr lang="en-US" dirty="0"/>
              <a:t> to reach each neighbor.</a:t>
            </a:r>
            <a:br>
              <a:rPr lang="en-US" dirty="0"/>
            </a:br>
            <a:r>
              <a:rPr lang="en-US" dirty="0"/>
              <a:t>(Cost may depend on bandwidth, delay, reliability, etc.)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3. Create Link State Packet (LSP)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router builds a </a:t>
            </a:r>
            <a:r>
              <a:rPr lang="en-US" b="1" dirty="0"/>
              <a:t>Link State Packet (LSP)</a:t>
            </a:r>
            <a:r>
              <a:rPr lang="en-US" dirty="0"/>
              <a:t> containing: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Router ID (name or IP)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List of neighbors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Cost to each neighbor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Sequence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(validity time)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4. Flooding of LSPs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router </a:t>
            </a:r>
            <a:r>
              <a:rPr lang="en-US" b="1" dirty="0"/>
              <a:t>floods</a:t>
            </a:r>
            <a:r>
              <a:rPr lang="en-US" dirty="0"/>
              <a:t> its LSP throughout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router receives the LSPs from all other routers and stores them in a database called the </a:t>
            </a:r>
            <a:r>
              <a:rPr lang="en-US" b="1" dirty="0"/>
              <a:t>Link State Database (LSDB)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6224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A9EE-3166-98BA-D934-AAC3AAB6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5C4A60-8EF4-4FCD-6BD0-C8BBD25A9190}"/>
              </a:ext>
            </a:extLst>
          </p:cNvPr>
          <p:cNvSpPr txBox="1"/>
          <p:nvPr/>
        </p:nvSpPr>
        <p:spPr>
          <a:xfrm>
            <a:off x="813916" y="109084"/>
            <a:ext cx="85536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Build Topology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the collected LSPs, each router builds a </a:t>
            </a:r>
            <a:r>
              <a:rPr lang="en-US" b="1" dirty="0"/>
              <a:t>network topology map</a:t>
            </a:r>
            <a:r>
              <a:rPr lang="en-US" dirty="0"/>
              <a:t> — a complete view of the entire network structure.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6. Shortest Path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router runs </a:t>
            </a:r>
            <a:r>
              <a:rPr lang="en-US" b="1" dirty="0"/>
              <a:t>Dijkstra’s Shortest Path First (SPF) algorithm</a:t>
            </a:r>
            <a:r>
              <a:rPr lang="en-US" dirty="0"/>
              <a:t> on the topology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result is a </a:t>
            </a:r>
            <a:r>
              <a:rPr lang="en-US" b="1" dirty="0"/>
              <a:t>routing table</a:t>
            </a:r>
            <a:r>
              <a:rPr lang="en-US" dirty="0"/>
              <a:t> showing the best path to every destination.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Link State Packet (LSP) – Important Fields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E9599C-6BA0-39D6-4926-E09681AD8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09198"/>
              </p:ext>
            </p:extLst>
          </p:nvPr>
        </p:nvGraphicFramePr>
        <p:xfrm>
          <a:off x="813916" y="3151367"/>
          <a:ext cx="8128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1266">
                  <a:extLst>
                    <a:ext uri="{9D8B030D-6E8A-4147-A177-3AD203B41FA5}">
                      <a16:colId xmlns:a16="http://schemas.microsoft.com/office/drawing/2014/main" val="1708524809"/>
                    </a:ext>
                  </a:extLst>
                </a:gridCol>
                <a:gridCol w="5786734">
                  <a:extLst>
                    <a:ext uri="{9D8B030D-6E8A-4147-A177-3AD203B41FA5}">
                      <a16:colId xmlns:a16="http://schemas.microsoft.com/office/drawing/2014/main" val="1902858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Field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80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Router 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Unique identity of the router that created the LSP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452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Neighbor List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IDs of directly connected routers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045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Link Cost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 of each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621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Sequence Number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Prevents old information from being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Age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Specifies how long the LSP is valid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09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7844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67F2-6DEC-DAFD-511C-53C7EA6A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EFFE1-A363-80D5-8D83-76FABF0EC3D5}"/>
              </a:ext>
            </a:extLst>
          </p:cNvPr>
          <p:cNvSpPr txBox="1"/>
          <p:nvPr/>
        </p:nvSpPr>
        <p:spPr>
          <a:xfrm>
            <a:off x="861646" y="112000"/>
            <a:ext cx="91364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Advantages of Link State Routing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Faster convergence</a:t>
            </a:r>
            <a:r>
              <a:rPr lang="en-US" dirty="0"/>
              <a:t> – Routers quickly learn changes in the network.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Accurate routing tables</a:t>
            </a:r>
            <a:r>
              <a:rPr lang="en-US" dirty="0"/>
              <a:t> – Each router has a complete network view.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Loop-free paths</a:t>
            </a:r>
            <a:r>
              <a:rPr lang="en-US" dirty="0"/>
              <a:t> – Uses Dijkstra’s algorithm, so no routing loops.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Efficient updates</a:t>
            </a:r>
            <a:r>
              <a:rPr lang="en-US" dirty="0"/>
              <a:t> – Only changes are sent, not the full table.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Disadvantages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More memory and CPU usage</a:t>
            </a:r>
            <a:r>
              <a:rPr lang="en-US" dirty="0"/>
              <a:t> – Routers store full network topology.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Complex configuration</a:t>
            </a:r>
            <a:r>
              <a:rPr lang="en-US" dirty="0"/>
              <a:t> – Harder to set up than distance vector.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High initial traffic</a:t>
            </a:r>
            <a:r>
              <a:rPr lang="en-US" dirty="0"/>
              <a:t> – Flooding of LSPs can consume bandwidth when the network starts or changes.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Example Protocols Using Link State Routing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OSPF (Open Shortest Path First)</a:t>
            </a:r>
            <a:r>
              <a:rPr lang="en-US" dirty="0"/>
              <a:t> – Most widely used link state protocol within organizations.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IS-IS (Intermediate System to Intermediate System)</a:t>
            </a:r>
            <a:r>
              <a:rPr lang="en-US" dirty="0"/>
              <a:t> – Used in service provider networks.</a:t>
            </a:r>
          </a:p>
        </p:txBody>
      </p:sp>
    </p:spTree>
    <p:extLst>
      <p:ext uri="{BB962C8B-B14F-4D97-AF65-F5344CB8AC3E}">
        <p14:creationId xmlns:p14="http://schemas.microsoft.com/office/powerpoint/2010/main" val="2379214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1213-84F5-349E-BEF1-7E2D54C6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0D03E4-D286-31C7-074A-123AC82B1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10218"/>
              </p:ext>
            </p:extLst>
          </p:nvPr>
        </p:nvGraphicFramePr>
        <p:xfrm>
          <a:off x="713433" y="146910"/>
          <a:ext cx="8963129" cy="323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4505">
                  <a:extLst>
                    <a:ext uri="{9D8B030D-6E8A-4147-A177-3AD203B41FA5}">
                      <a16:colId xmlns:a16="http://schemas.microsoft.com/office/drawing/2014/main" val="3654626668"/>
                    </a:ext>
                  </a:extLst>
                </a:gridCol>
                <a:gridCol w="2960915">
                  <a:extLst>
                    <a:ext uri="{9D8B030D-6E8A-4147-A177-3AD203B41FA5}">
                      <a16:colId xmlns:a16="http://schemas.microsoft.com/office/drawing/2014/main" val="3541287304"/>
                    </a:ext>
                  </a:extLst>
                </a:gridCol>
                <a:gridCol w="2987709">
                  <a:extLst>
                    <a:ext uri="{9D8B030D-6E8A-4147-A177-3AD203B41FA5}">
                      <a16:colId xmlns:a16="http://schemas.microsoft.com/office/drawing/2014/main" val="1432081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Distance Vector Routing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Link State Routing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25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Knowledge of Network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Knows only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Knows full network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38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Update Method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Periodic table exchange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Sends only link state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08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Algorithm Used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Bellman-Ford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Dijkstra (SPF)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771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Convergence Speed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97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Routing Loops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Avoided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99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Overhead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51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OSPF, IS-IS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42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3FE46E-7701-B750-CEA8-F9ECB23267FC}"/>
              </a:ext>
            </a:extLst>
          </p:cNvPr>
          <p:cNvSpPr txBox="1"/>
          <p:nvPr/>
        </p:nvSpPr>
        <p:spPr>
          <a:xfrm>
            <a:off x="713432" y="3694168"/>
            <a:ext cx="89631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Working Example (Simplified):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Router A connects to B and C.</a:t>
            </a:r>
          </a:p>
          <a:p>
            <a:pPr>
              <a:buFont typeface="+mj-lt"/>
              <a:buAutoNum type="arabicPeriod"/>
            </a:pPr>
            <a:r>
              <a:rPr lang="en-US" dirty="0"/>
              <a:t>Router A creates an LSP showing links (A–B = 2 cost, A–C = 5 cost).</a:t>
            </a:r>
          </a:p>
          <a:p>
            <a:pPr>
              <a:buFont typeface="+mj-lt"/>
              <a:buAutoNum type="arabicPeriod"/>
            </a:pPr>
            <a:r>
              <a:rPr lang="en-US" dirty="0"/>
              <a:t>It floods this LSP to all routers.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router collects all LSPs from the network.</a:t>
            </a:r>
          </a:p>
          <a:p>
            <a:pPr>
              <a:buFont typeface="+mj-lt"/>
              <a:buAutoNum type="arabicPeriod"/>
            </a:pPr>
            <a:r>
              <a:rPr lang="en-US" dirty="0"/>
              <a:t>Using Dijkstra’s algorithm, every router calculates the shortest paths to all others and updates its routing table.</a:t>
            </a:r>
          </a:p>
        </p:txBody>
      </p:sp>
    </p:spTree>
    <p:extLst>
      <p:ext uri="{BB962C8B-B14F-4D97-AF65-F5344CB8AC3E}">
        <p14:creationId xmlns:p14="http://schemas.microsoft.com/office/powerpoint/2010/main" val="25994839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08CF-8D3E-3F7C-1E9C-D5CF4AA8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B4C15-4562-BAF3-A4D7-ADA30CAD0511}"/>
              </a:ext>
            </a:extLst>
          </p:cNvPr>
          <p:cNvSpPr txBox="1"/>
          <p:nvPr/>
        </p:nvSpPr>
        <p:spPr>
          <a:xfrm>
            <a:off x="813917" y="199519"/>
            <a:ext cx="850341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3.10 Multicast Addresses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Multicast Address</a:t>
            </a:r>
            <a:r>
              <a:rPr lang="en-US" dirty="0"/>
              <a:t> is an IP address used to deliver data </a:t>
            </a:r>
            <a:r>
              <a:rPr lang="en-US" b="1" dirty="0"/>
              <a:t>from one sender to multiple receivers</a:t>
            </a:r>
            <a:r>
              <a:rPr lang="en-US" dirty="0"/>
              <a:t>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supports </a:t>
            </a:r>
            <a:r>
              <a:rPr lang="en-US" b="1" dirty="0"/>
              <a:t>one-to-many</a:t>
            </a:r>
            <a:r>
              <a:rPr lang="en-US" dirty="0"/>
              <a:t> communication — unlike unicast (one-to-one) or broadcast (one-to-all).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Multicasting helps in saving </a:t>
            </a:r>
            <a:r>
              <a:rPr lang="en-US" b="1" dirty="0"/>
              <a:t>network bandwidth</a:t>
            </a:r>
            <a:r>
              <a:rPr lang="en-US" dirty="0"/>
              <a:t> and </a:t>
            </a:r>
            <a:r>
              <a:rPr lang="en-US" b="1" dirty="0"/>
              <a:t>reduces traffic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Purpose of Multicasting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efficiently send the </a:t>
            </a:r>
            <a:r>
              <a:rPr lang="en-US" b="1" dirty="0"/>
              <a:t>same data to multiple devices</a:t>
            </a:r>
            <a:r>
              <a:rPr lang="en-US" dirty="0"/>
              <a:t> without sending separate copies to each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Commonly used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Video conferencing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streaming (live video/audio)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Online gaming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Real-time stock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IP telephony (VoIP)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103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D020-3D0D-A27B-CA19-0BA47EA6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C389FD-E934-8D51-F234-3A41C9CD8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4797"/>
              </p:ext>
            </p:extLst>
          </p:nvPr>
        </p:nvGraphicFramePr>
        <p:xfrm>
          <a:off x="851382" y="187230"/>
          <a:ext cx="8674583" cy="15503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5210">
                  <a:extLst>
                    <a:ext uri="{9D8B030D-6E8A-4147-A177-3AD203B41FA5}">
                      <a16:colId xmlns:a16="http://schemas.microsoft.com/office/drawing/2014/main" val="3829352656"/>
                    </a:ext>
                  </a:extLst>
                </a:gridCol>
                <a:gridCol w="4527845">
                  <a:extLst>
                    <a:ext uri="{9D8B030D-6E8A-4147-A177-3AD203B41FA5}">
                      <a16:colId xmlns:a16="http://schemas.microsoft.com/office/drawing/2014/main" val="4194061698"/>
                    </a:ext>
                  </a:extLst>
                </a:gridCol>
                <a:gridCol w="2891528">
                  <a:extLst>
                    <a:ext uri="{9D8B030D-6E8A-4147-A177-3AD203B41FA5}">
                      <a16:colId xmlns:a16="http://schemas.microsoft.com/office/drawing/2014/main" val="1335516755"/>
                    </a:ext>
                  </a:extLst>
                </a:gridCol>
              </a:tblGrid>
              <a:tr h="437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730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 sender → One receiver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Sending an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633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sender → All devices in the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ARP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182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Multicast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sender → Selected group of receivers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Online class live 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7346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25E765-BD8F-68A2-DFFF-59B766D4654C}"/>
              </a:ext>
            </a:extLst>
          </p:cNvPr>
          <p:cNvSpPr txBox="1"/>
          <p:nvPr/>
        </p:nvSpPr>
        <p:spPr>
          <a:xfrm>
            <a:off x="851382" y="1928903"/>
            <a:ext cx="84871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IPv4 Multicast Address Range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IPv4, multicast addresses belong to </a:t>
            </a:r>
            <a:r>
              <a:rPr lang="en-US" b="1" dirty="0"/>
              <a:t>Class 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Range: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224.0.0.0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</a:rPr>
              <a:t>239.255.255.255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four bits are </a:t>
            </a:r>
            <a:r>
              <a:rPr lang="en-US" b="1" dirty="0"/>
              <a:t>1110</a:t>
            </a:r>
            <a:r>
              <a:rPr lang="en-US" dirty="0"/>
              <a:t> in binary</a:t>
            </a:r>
          </a:p>
          <a:p>
            <a:endParaRPr lang="en-US" dirty="0"/>
          </a:p>
          <a:p>
            <a:r>
              <a:rPr lang="en-IN" b="1" dirty="0"/>
              <a:t>Examples: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75E161-DE1B-7395-D055-D74FFF79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16453"/>
              </p:ext>
            </p:extLst>
          </p:nvPr>
        </p:nvGraphicFramePr>
        <p:xfrm>
          <a:off x="851381" y="3960228"/>
          <a:ext cx="705412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008">
                  <a:extLst>
                    <a:ext uri="{9D8B030D-6E8A-4147-A177-3AD203B41FA5}">
                      <a16:colId xmlns:a16="http://schemas.microsoft.com/office/drawing/2014/main" val="1274711875"/>
                    </a:ext>
                  </a:extLst>
                </a:gridCol>
                <a:gridCol w="5824119">
                  <a:extLst>
                    <a:ext uri="{9D8B030D-6E8A-4147-A177-3AD203B41FA5}">
                      <a16:colId xmlns:a16="http://schemas.microsoft.com/office/drawing/2014/main" val="292465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Address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57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224.0.0.1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hosts on a 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765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224.0.0.2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routers on a 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83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224.0.0.5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OSPF routers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154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224.0.0.9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RIPv2 routers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09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3934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FD15-BEEB-8B2B-5F94-6089DE00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F9CF33-4C1A-82B5-537C-DA0A239BF266}"/>
              </a:ext>
            </a:extLst>
          </p:cNvPr>
          <p:cNvSpPr txBox="1"/>
          <p:nvPr/>
        </p:nvSpPr>
        <p:spPr>
          <a:xfrm>
            <a:off x="787078" y="146798"/>
            <a:ext cx="86491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IPv6 Multicast Address Range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IPv6, multicast addresses </a:t>
            </a:r>
            <a:r>
              <a:rPr lang="en-US" b="1" dirty="0"/>
              <a:t>start with </a:t>
            </a:r>
            <a:r>
              <a:rPr lang="en-US" b="1" dirty="0">
                <a:latin typeface="Courier New" panose="02070309020205020404" pitchFamily="49" charset="0"/>
              </a:rPr>
              <a:t>FF00::/8</a:t>
            </a:r>
            <a:r>
              <a:rPr lang="en-US" dirty="0"/>
              <a:t> (the first 8 bits are all 1s).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does </a:t>
            </a:r>
            <a:r>
              <a:rPr lang="en-US" b="1" dirty="0"/>
              <a:t>not use broadcast</a:t>
            </a:r>
            <a:r>
              <a:rPr lang="en-US" dirty="0"/>
              <a:t>, so multicast replaces it.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IPv6 Multicast Address Format: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| 8 bits | 4 bits | 4 bits | 112 bits |</a:t>
            </a:r>
          </a:p>
          <a:p>
            <a:pPr>
              <a:buNone/>
            </a:pPr>
            <a:r>
              <a:rPr lang="en-US" dirty="0"/>
              <a:t>| 11111111 | Flags | Scope | Group ID |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Example:</a:t>
            </a:r>
          </a:p>
          <a:p>
            <a:endParaRPr lang="en-US" dirty="0"/>
          </a:p>
          <a:p>
            <a:r>
              <a:rPr lang="en-US" dirty="0"/>
              <a:t>FF02::1 → All nodes on the local link</a:t>
            </a:r>
          </a:p>
          <a:p>
            <a:r>
              <a:rPr lang="en-US" dirty="0"/>
              <a:t>FF02::2 → All routers on the local link</a:t>
            </a:r>
          </a:p>
          <a:p>
            <a:r>
              <a:rPr lang="en-US" dirty="0"/>
              <a:t>FF05::1:3 → All DHCP servers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4992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C2F3-99CC-BA78-42B6-1DC5E850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FE0078-E39C-453E-43C6-C75F7174FB8E}"/>
              </a:ext>
            </a:extLst>
          </p:cNvPr>
          <p:cNvSpPr txBox="1"/>
          <p:nvPr/>
        </p:nvSpPr>
        <p:spPr>
          <a:xfrm>
            <a:off x="740780" y="183506"/>
            <a:ext cx="84061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Multicast Group Concept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multicast group</a:t>
            </a:r>
            <a:r>
              <a:rPr lang="en-US" dirty="0"/>
              <a:t> is a collection of devices that want to receive the same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Devices can </a:t>
            </a:r>
            <a:r>
              <a:rPr lang="en-US" b="1" dirty="0"/>
              <a:t>join</a:t>
            </a:r>
            <a:r>
              <a:rPr lang="en-US" dirty="0"/>
              <a:t> or </a:t>
            </a:r>
            <a:r>
              <a:rPr lang="en-US" b="1" dirty="0"/>
              <a:t>leave</a:t>
            </a:r>
            <a:r>
              <a:rPr lang="en-US" dirty="0"/>
              <a:t> a multicast group at any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multicast group is identified by a </a:t>
            </a:r>
            <a:r>
              <a:rPr lang="en-US" b="1" dirty="0"/>
              <a:t>multicast IP address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a video stream is sent to address </a:t>
            </a:r>
            <a:r>
              <a:rPr lang="en-US" dirty="0">
                <a:latin typeface="Courier New" panose="02070309020205020404" pitchFamily="49" charset="0"/>
              </a:rPr>
              <a:t>224.1.1.1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→ All devices that joined group </a:t>
            </a:r>
            <a:r>
              <a:rPr lang="en-US" dirty="0">
                <a:latin typeface="Courier New" panose="02070309020205020404" pitchFamily="49" charset="0"/>
              </a:rPr>
              <a:t>224.1.1.1</a:t>
            </a:r>
            <a:r>
              <a:rPr lang="en-US" dirty="0"/>
              <a:t> will receive that stream.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Protocol Used for Multicast</a:t>
            </a:r>
          </a:p>
          <a:p>
            <a:endParaRPr lang="en-IN" b="1" dirty="0"/>
          </a:p>
          <a:p>
            <a:r>
              <a:rPr lang="en-IN" b="1" dirty="0"/>
              <a:t>1.IGMP (Internet Group Management Protocol)</a:t>
            </a:r>
            <a:r>
              <a:rPr lang="en-IN" dirty="0"/>
              <a:t> – Used in IPv4 to manage multicast group membership.</a:t>
            </a:r>
          </a:p>
          <a:p>
            <a:r>
              <a:rPr lang="en-IN" b="1" dirty="0"/>
              <a:t>2.MLD (Multicast Listener Discovery)</a:t>
            </a:r>
            <a:r>
              <a:rPr lang="en-IN" dirty="0"/>
              <a:t> – Used in IPv6 (works similar to IGMP).</a:t>
            </a:r>
          </a:p>
          <a:p>
            <a:r>
              <a:rPr lang="en-IN" b="1" dirty="0"/>
              <a:t>3.PIM (Protocol Independent Multicast)</a:t>
            </a:r>
            <a:r>
              <a:rPr lang="en-IN" dirty="0"/>
              <a:t> – Used by routers to route multicast data efficiently.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309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C79E-538B-C8E3-5BE9-ADCFC1C0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FD0C1E-7373-8CAF-27BB-02B17B69157F}"/>
              </a:ext>
            </a:extLst>
          </p:cNvPr>
          <p:cNvSpPr txBox="1"/>
          <p:nvPr/>
        </p:nvSpPr>
        <p:spPr>
          <a:xfrm>
            <a:off x="798653" y="137605"/>
            <a:ext cx="85450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 of Multicasting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✅ Reduces network traffic (only one copy of data sent).</a:t>
            </a:r>
            <a:br>
              <a:rPr lang="en-US" dirty="0"/>
            </a:br>
            <a:r>
              <a:rPr lang="en-US" dirty="0"/>
              <a:t>✅ Efficient use of bandwidth.</a:t>
            </a:r>
            <a:br>
              <a:rPr lang="en-US" dirty="0"/>
            </a:br>
            <a:r>
              <a:rPr lang="en-US" dirty="0"/>
              <a:t>✅ Useful for real-time applications.</a:t>
            </a:r>
            <a:br>
              <a:rPr lang="en-US" dirty="0"/>
            </a:br>
            <a:r>
              <a:rPr lang="en-US" dirty="0"/>
              <a:t>✅ Reduces load on sender and intermediate routers.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Disadvantages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❌ More complex to manage than unicast.</a:t>
            </a:r>
            <a:br>
              <a:rPr lang="en-US" dirty="0"/>
            </a:br>
            <a:r>
              <a:rPr lang="en-US" dirty="0"/>
              <a:t>❌ Requires special routing protocols (IGMP, PIM).</a:t>
            </a:r>
            <a:br>
              <a:rPr lang="en-US" dirty="0"/>
            </a:br>
            <a:r>
              <a:rPr lang="en-US" dirty="0"/>
              <a:t>❌ Not all networks or routers support multicast.</a:t>
            </a:r>
          </a:p>
        </p:txBody>
      </p:sp>
    </p:spTree>
    <p:extLst>
      <p:ext uri="{BB962C8B-B14F-4D97-AF65-F5344CB8AC3E}">
        <p14:creationId xmlns:p14="http://schemas.microsoft.com/office/powerpoint/2010/main" val="42696011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DC7B-12DA-9883-74FB-9641E8F4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C6067D-1CDB-4B83-A30D-9A53A7EF2CFC}"/>
              </a:ext>
            </a:extLst>
          </p:cNvPr>
          <p:cNvSpPr txBox="1"/>
          <p:nvPr/>
        </p:nvSpPr>
        <p:spPr>
          <a:xfrm>
            <a:off x="787078" y="126031"/>
            <a:ext cx="86144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3.11 Virtual Private Network (VPN)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Virtual Private Network (VPN)</a:t>
            </a:r>
            <a:r>
              <a:rPr lang="en-US" dirty="0"/>
              <a:t> is a </a:t>
            </a:r>
            <a:r>
              <a:rPr lang="en-US" b="1" dirty="0"/>
              <a:t>secure connection</a:t>
            </a:r>
            <a:r>
              <a:rPr lang="en-US" dirty="0"/>
              <a:t> that allows users to access a </a:t>
            </a:r>
            <a:r>
              <a:rPr lang="en-US" b="1" dirty="0"/>
              <a:t>private network over a public network (like the Internet)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creates a </a:t>
            </a:r>
            <a:r>
              <a:rPr lang="en-US" b="1" dirty="0"/>
              <a:t>“virtual” tunnel</a:t>
            </a:r>
            <a:r>
              <a:rPr lang="en-US" dirty="0"/>
              <a:t> between the user’s device and the private network, encrypting all the data that passes through it.</a:t>
            </a:r>
          </a:p>
          <a:p>
            <a:pPr>
              <a:buNone/>
            </a:pPr>
            <a:r>
              <a:rPr lang="en-US" b="1" dirty="0"/>
              <a:t>In simple terms:</a:t>
            </a:r>
            <a:br>
              <a:rPr lang="en-US" dirty="0"/>
            </a:br>
            <a:r>
              <a:rPr lang="en-US" dirty="0"/>
              <a:t>A VPN makes a public network (Internet) act like a private, secure network.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Need for VPN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</a:t>
            </a:r>
            <a:r>
              <a:rPr lang="en-US" b="1" dirty="0"/>
              <a:t>privacy, security, and confidentiality</a:t>
            </a:r>
            <a:r>
              <a:rPr lang="en-US" dirty="0"/>
              <a:t> when data is transmitted over public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allow </a:t>
            </a:r>
            <a:r>
              <a:rPr lang="en-US" b="1" dirty="0"/>
              <a:t>remote users</a:t>
            </a:r>
            <a:r>
              <a:rPr lang="en-US" dirty="0"/>
              <a:t> (like employees working from home) to securely access their company’s internal resources.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5316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3DAC-66C6-D76F-6952-D01A596C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5E8CA5-E9B1-334D-E980-41DCE65D8E62}"/>
              </a:ext>
            </a:extLst>
          </p:cNvPr>
          <p:cNvSpPr txBox="1"/>
          <p:nvPr/>
        </p:nvSpPr>
        <p:spPr>
          <a:xfrm>
            <a:off x="833377" y="150471"/>
            <a:ext cx="86260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VPN Works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The user connects to the </a:t>
            </a:r>
            <a:r>
              <a:rPr lang="en-US" b="1" dirty="0"/>
              <a:t>Internet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VPN client (software/app) encrypts the data.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encrypted data is sent through a </a:t>
            </a:r>
            <a:r>
              <a:rPr lang="en-US" b="1" dirty="0"/>
              <a:t>secure tunnel</a:t>
            </a:r>
            <a:r>
              <a:rPr lang="en-US" dirty="0"/>
              <a:t> to a </a:t>
            </a:r>
            <a:r>
              <a:rPr lang="en-US" b="1" dirty="0"/>
              <a:t>VPN server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VPN server decrypts the data and forwards it to the target destination (e.g., company server or website).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Responses follow the same tunnel back to the user.</a:t>
            </a:r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Encryption</a:t>
            </a:r>
            <a:r>
              <a:rPr lang="en-US" dirty="0"/>
              <a:t> ensures that hackers or ISPs cannot read the transmitted data.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Components of a VPN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D9E05-21BD-9B08-A532-50A3DE950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027643"/>
              </p:ext>
            </p:extLst>
          </p:nvPr>
        </p:nvGraphicFramePr>
        <p:xfrm>
          <a:off x="337434" y="3429000"/>
          <a:ext cx="9593644" cy="2661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3364">
                  <a:extLst>
                    <a:ext uri="{9D8B030D-6E8A-4147-A177-3AD203B41FA5}">
                      <a16:colId xmlns:a16="http://schemas.microsoft.com/office/drawing/2014/main" val="2642506145"/>
                    </a:ext>
                  </a:extLst>
                </a:gridCol>
                <a:gridCol w="7160280">
                  <a:extLst>
                    <a:ext uri="{9D8B030D-6E8A-4147-A177-3AD203B41FA5}">
                      <a16:colId xmlns:a16="http://schemas.microsoft.com/office/drawing/2014/main" val="1543894861"/>
                    </a:ext>
                  </a:extLst>
                </a:gridCol>
              </a:tblGrid>
              <a:tr h="37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9655"/>
                  </a:ext>
                </a:extLst>
              </a:tr>
              <a:tr h="37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VPN Client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Software installed on user’s device (laptop, phone) to create VPN connection.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559276"/>
                  </a:ext>
                </a:extLst>
              </a:tr>
              <a:tr h="37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VPN Server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Device or system that authenticates users and decrypts incoming VPN traffic.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04185"/>
                  </a:ext>
                </a:extLst>
              </a:tr>
              <a:tr h="37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Tunneling Protocol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Defines how data is encrypted and transmitted through the VPN tunnel.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255397"/>
                  </a:ext>
                </a:extLst>
              </a:tr>
              <a:tr h="368206">
                <a:tc>
                  <a:txBody>
                    <a:bodyPr/>
                    <a:lstStyle/>
                    <a:p>
                      <a:r>
                        <a:rPr lang="en-IN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Ensures only authorized users can access the VPN.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246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585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4622-D91B-F497-A9DF-E298AEF5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E1D2C4-8FE4-6B98-03B1-13A0C2A3A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98143"/>
              </p:ext>
            </p:extLst>
          </p:nvPr>
        </p:nvGraphicFramePr>
        <p:xfrm>
          <a:off x="897681" y="279828"/>
          <a:ext cx="8605134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3977">
                  <a:extLst>
                    <a:ext uri="{9D8B030D-6E8A-4147-A177-3AD203B41FA5}">
                      <a16:colId xmlns:a16="http://schemas.microsoft.com/office/drawing/2014/main" val="223979107"/>
                    </a:ext>
                  </a:extLst>
                </a:gridCol>
                <a:gridCol w="3732372">
                  <a:extLst>
                    <a:ext uri="{9D8B030D-6E8A-4147-A177-3AD203B41FA5}">
                      <a16:colId xmlns:a16="http://schemas.microsoft.com/office/drawing/2014/main" val="3569483393"/>
                    </a:ext>
                  </a:extLst>
                </a:gridCol>
                <a:gridCol w="3298785">
                  <a:extLst>
                    <a:ext uri="{9D8B030D-6E8A-4147-A177-3AD203B41FA5}">
                      <a16:colId xmlns:a16="http://schemas.microsoft.com/office/drawing/2014/main" val="759372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Protocol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Full Form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812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PPTP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Point-to-Point Tunneling 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Simple and fast, but less secure.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75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L2TP/IPSec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Layer 2 Tunneling Protocol with Internet Protocol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Strong encryption and security.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978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OpenVPN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Open-source, highly secure, uses SSL/TLS for encryption.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79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IKEv2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Internet Key Exchange Version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 and stable, good for mobile devices.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0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WireGuard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New, lightweight, and very fast VPN protocol.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1598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04E637E-25AA-A4FD-DE17-7092F4E2CAEE}"/>
              </a:ext>
            </a:extLst>
          </p:cNvPr>
          <p:cNvSpPr txBox="1"/>
          <p:nvPr/>
        </p:nvSpPr>
        <p:spPr>
          <a:xfrm>
            <a:off x="367497" y="4048261"/>
            <a:ext cx="91353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VPN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Remote Access VPN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</a:t>
            </a:r>
            <a:r>
              <a:rPr lang="en-US" b="1" dirty="0"/>
              <a:t>individual users</a:t>
            </a:r>
            <a:r>
              <a:rPr lang="en-US" dirty="0"/>
              <a:t> to connect securely to a private network from a remote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for employees working from home or traveling.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Employee connects from home to office LAN via VPN client.</a:t>
            </a:r>
          </a:p>
        </p:txBody>
      </p:sp>
    </p:spTree>
    <p:extLst>
      <p:ext uri="{BB962C8B-B14F-4D97-AF65-F5344CB8AC3E}">
        <p14:creationId xmlns:p14="http://schemas.microsoft.com/office/powerpoint/2010/main" val="32424899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C941-1AFD-0A50-6683-4E01A94B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8CC50-D9CC-64C5-6607-D1042F36A045}"/>
              </a:ext>
            </a:extLst>
          </p:cNvPr>
          <p:cNvSpPr txBox="1"/>
          <p:nvPr/>
        </p:nvSpPr>
        <p:spPr>
          <a:xfrm>
            <a:off x="821803" y="228616"/>
            <a:ext cx="86028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Site-to-Site VPN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connect </a:t>
            </a:r>
            <a:r>
              <a:rPr lang="en-US" b="1" dirty="0"/>
              <a:t>two or more networks</a:t>
            </a:r>
            <a:r>
              <a:rPr lang="en-US" dirty="0"/>
              <a:t> (e.g., between branch offices).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VPN gateway at each site encrypts/decrypts traffic between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Mumbai office network ↔ Pune office network.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4F9DA1-A14D-EB1D-CA4F-3E23473B3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904482"/>
              </p:ext>
            </p:extLst>
          </p:nvPr>
        </p:nvGraphicFramePr>
        <p:xfrm>
          <a:off x="821803" y="1935008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5488">
                  <a:extLst>
                    <a:ext uri="{9D8B030D-6E8A-4147-A177-3AD203B41FA5}">
                      <a16:colId xmlns:a16="http://schemas.microsoft.com/office/drawing/2014/main" val="3578661131"/>
                    </a:ext>
                  </a:extLst>
                </a:gridCol>
                <a:gridCol w="2118167">
                  <a:extLst>
                    <a:ext uri="{9D8B030D-6E8A-4147-A177-3AD203B41FA5}">
                      <a16:colId xmlns:a16="http://schemas.microsoft.com/office/drawing/2014/main" val="3120317558"/>
                    </a:ext>
                  </a:extLst>
                </a:gridCol>
                <a:gridCol w="3764344">
                  <a:extLst>
                    <a:ext uri="{9D8B030D-6E8A-4147-A177-3AD203B41FA5}">
                      <a16:colId xmlns:a16="http://schemas.microsoft.com/office/drawing/2014/main" val="1454832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Used By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92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Remote Access VPN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Individuals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Secure remote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59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Site-to-Site VPN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Organizations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 multiple branches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9196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5DA692-1524-9150-FEB3-41C6F8364596}"/>
              </a:ext>
            </a:extLst>
          </p:cNvPr>
          <p:cNvSpPr txBox="1"/>
          <p:nvPr/>
        </p:nvSpPr>
        <p:spPr>
          <a:xfrm>
            <a:off x="633713" y="3429000"/>
            <a:ext cx="87909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Advantages of VPN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Security:</a:t>
            </a:r>
            <a:r>
              <a:rPr lang="en-US" dirty="0"/>
              <a:t> Encrypts data to protect from hackers.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Privacy:</a:t>
            </a:r>
            <a:r>
              <a:rPr lang="en-US" dirty="0"/>
              <a:t> Hides user’s IP address and online activity.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Remote Access:</a:t>
            </a:r>
            <a:r>
              <a:rPr lang="en-US" dirty="0"/>
              <a:t> Employees can access company resources from anywhere.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Cost-effective:</a:t>
            </a:r>
            <a:r>
              <a:rPr lang="en-US" dirty="0"/>
              <a:t> Reduces need for leased lines or dedicated connections.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Bypass restrictions:</a:t>
            </a:r>
            <a:r>
              <a:rPr lang="en-US" dirty="0"/>
              <a:t> Allows access to blocked or region-limited content.</a:t>
            </a:r>
          </a:p>
        </p:txBody>
      </p:sp>
    </p:spTree>
    <p:extLst>
      <p:ext uri="{BB962C8B-B14F-4D97-AF65-F5344CB8AC3E}">
        <p14:creationId xmlns:p14="http://schemas.microsoft.com/office/powerpoint/2010/main" val="1004743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865D-35CC-A7E5-F598-61250F7A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AEC20-1178-53BC-7F8C-E52735C90452}"/>
              </a:ext>
            </a:extLst>
          </p:cNvPr>
          <p:cNvSpPr txBox="1"/>
          <p:nvPr/>
        </p:nvSpPr>
        <p:spPr>
          <a:xfrm>
            <a:off x="844952" y="159167"/>
            <a:ext cx="8406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Disadvantages of VPN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❌ May reduce Internet speed (due to encryption overhead).</a:t>
            </a:r>
            <a:br>
              <a:rPr lang="en-IN" dirty="0"/>
            </a:br>
            <a:r>
              <a:rPr lang="en-IN" dirty="0"/>
              <a:t>❌ Requires proper configuration and maintenance.</a:t>
            </a:r>
            <a:br>
              <a:rPr lang="en-IN" dirty="0"/>
            </a:br>
            <a:r>
              <a:rPr lang="en-IN" dirty="0"/>
              <a:t>❌ Some VPN services may log user activity (privacy concern).</a:t>
            </a:r>
            <a:br>
              <a:rPr lang="en-IN" dirty="0"/>
            </a:br>
            <a:r>
              <a:rPr lang="en-IN" dirty="0"/>
              <a:t>❌ Not all websites or services allow VPN usage.</a:t>
            </a:r>
          </a:p>
          <a:p>
            <a:pPr>
              <a:buNone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Applications of VPN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remote work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Online privacy protection and anonymity.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 browsing on public Wi-Fi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Connecting branch offices securely over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Bypassing firewalls and geo-blocked content.</a:t>
            </a:r>
          </a:p>
          <a:p>
            <a:pPr>
              <a:buNone/>
            </a:pPr>
            <a:endParaRPr lang="en-IN" dirty="0"/>
          </a:p>
          <a:p>
            <a:r>
              <a:rPr lang="en-IN" b="1" dirty="0"/>
              <a:t>Diagram (Conceptual):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B123D-24E1-8D2F-81C5-0590AACAF7BC}"/>
              </a:ext>
            </a:extLst>
          </p:cNvPr>
          <p:cNvSpPr txBox="1"/>
          <p:nvPr/>
        </p:nvSpPr>
        <p:spPr>
          <a:xfrm>
            <a:off x="792865" y="4799822"/>
            <a:ext cx="85102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Device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    |  (Encrypted VPN Tunnel)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[ VPN Server ]  →  [ Company Network or Internet ]</a:t>
            </a:r>
          </a:p>
        </p:txBody>
      </p:sp>
    </p:spTree>
    <p:extLst>
      <p:ext uri="{BB962C8B-B14F-4D97-AF65-F5344CB8AC3E}">
        <p14:creationId xmlns:p14="http://schemas.microsoft.com/office/powerpoint/2010/main" val="2002512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225</TotalTime>
  <Words>6499</Words>
  <Application>Microsoft Office PowerPoint</Application>
  <PresentationFormat>Widescreen</PresentationFormat>
  <Paragraphs>1073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Courier New</vt:lpstr>
      <vt:lpstr>Trebuchet MS</vt:lpstr>
      <vt:lpstr>Wingdings</vt:lpstr>
      <vt:lpstr>Wingdings 3</vt:lpstr>
      <vt:lpstr>Facet</vt:lpstr>
      <vt:lpstr>Network Layer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2025-10-20T09:10:05Z</dcterms:created>
  <dcterms:modified xsi:type="dcterms:W3CDTF">2025-10-22T16:27:32Z</dcterms:modified>
</cp:coreProperties>
</file>